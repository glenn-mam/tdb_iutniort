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82" r:id="rId2"/>
    <p:sldMasterId id="2147483684" r:id="rId3"/>
  </p:sldMasterIdLst>
  <p:sldIdLst>
    <p:sldId id="256" r:id="rId4"/>
    <p:sldId id="257" r:id="rId5"/>
    <p:sldId id="262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B"/>
    <a:srgbClr val="F8F8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0438C9-83D7-38BB-4800-7C9E1F2C2B0F}" v="2" dt="2022-06-04T15:46:02.754"/>
    <p1510:client id="{898C2587-3730-47B9-BEAB-8CD3CF3AE68C}" v="6" dt="2022-06-04T11:10:31.195"/>
    <p1510:client id="{95C84FD4-053B-E89B-D52D-096DAE06F2B4}" v="437" dt="2022-06-03T13:48:16.726"/>
    <p1510:client id="{9C33A230-F184-95A7-E91A-5A6C5D4CDC0F}" v="10" dt="2022-06-04T09:47:53.691"/>
    <p1510:client id="{C158AE44-391D-0995-A574-C730E8DAA8AE}" v="10" dt="2022-06-06T11:27:24.937"/>
    <p1510:client id="{ED70D188-CD3E-17E0-D718-B2262735CFC9}" v="14" dt="2022-06-05T06:56:34.45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4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microsoft.com/office/2015/10/relationships/revisionInfo" Target="revisionInfo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5" Type="http://schemas.openxmlformats.org/officeDocument/2006/relationships/hyperlink" Target="https://storyset.com/?utm_source=slidesgo_template&amp;utm_medium=referral-link&amp;utm_campaign=slidesgo_contents_of_this_template&amp;utm_term=storyset&amp;utm_content=storyset" TargetMode="External"/><Relationship Id="rId4" Type="http://schemas.openxmlformats.org/officeDocument/2006/relationships/hyperlink" Target="http://bit.ly/2TtBDfr" TargetMode="Externa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OPENING SLIDE">
    <p:bg>
      <p:bgPr>
        <a:solidFill>
          <a:srgbClr val="F3F3F3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0667" y="1400684"/>
            <a:ext cx="4331200" cy="32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3600"/>
              <a:buNone/>
              <a:defRPr sz="72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0667" y="4399417"/>
            <a:ext cx="4435600" cy="4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None/>
              <a:defRPr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57560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TEXT">
  <p:cSld name="TITLE +TEXT">
    <p:bg>
      <p:bgPr>
        <a:solidFill>
          <a:srgbClr val="F3F3F3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4684767" y="471233"/>
            <a:ext cx="7563200" cy="7060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3" name="Google Shape;13;p3"/>
          <p:cNvSpPr/>
          <p:nvPr/>
        </p:nvSpPr>
        <p:spPr>
          <a:xfrm>
            <a:off x="4759700" y="545341"/>
            <a:ext cx="7488400" cy="7060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 flipH="1">
            <a:off x="1185800" y="1373400"/>
            <a:ext cx="9878800" cy="384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Josefin Slab"/>
              <a:buAutoNum type="arabicPeriod"/>
              <a:defRPr sz="14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rabi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alpha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lab SemiBold"/>
              <a:buAutoNum type="romanLcPeriod"/>
              <a:defRPr sz="1867"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ctrTitle"/>
          </p:nvPr>
        </p:nvSpPr>
        <p:spPr>
          <a:xfrm>
            <a:off x="6907533" y="609733"/>
            <a:ext cx="4259600" cy="64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9172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solidFill>
          <a:srgbClr val="F3F3F3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5043733" y="2210167"/>
            <a:ext cx="2836400" cy="4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ctrTitle" idx="2"/>
          </p:nvPr>
        </p:nvSpPr>
        <p:spPr>
          <a:xfrm>
            <a:off x="5043733" y="4643267"/>
            <a:ext cx="3079200" cy="4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ctrTitle" idx="3"/>
          </p:nvPr>
        </p:nvSpPr>
        <p:spPr>
          <a:xfrm>
            <a:off x="8314100" y="2210167"/>
            <a:ext cx="3004800" cy="4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ctrTitle" idx="4"/>
          </p:nvPr>
        </p:nvSpPr>
        <p:spPr>
          <a:xfrm>
            <a:off x="8314100" y="4643267"/>
            <a:ext cx="3004800" cy="42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600" b="0">
                <a:solidFill>
                  <a:srgbClr val="F3F3F3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1"/>
          </p:nvPr>
        </p:nvSpPr>
        <p:spPr>
          <a:xfrm>
            <a:off x="5043733" y="2449604"/>
            <a:ext cx="2533200" cy="6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5"/>
          </p:nvPr>
        </p:nvSpPr>
        <p:spPr>
          <a:xfrm>
            <a:off x="5043733" y="4879724"/>
            <a:ext cx="2533200" cy="6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6"/>
          </p:nvPr>
        </p:nvSpPr>
        <p:spPr>
          <a:xfrm>
            <a:off x="8314100" y="2449604"/>
            <a:ext cx="2533200" cy="6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000"/>
              <a:buNone/>
              <a:defRPr sz="1333">
                <a:solidFill>
                  <a:srgbClr val="F3F3F3"/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7"/>
          </p:nvPr>
        </p:nvSpPr>
        <p:spPr>
          <a:xfrm>
            <a:off x="8314100" y="4879724"/>
            <a:ext cx="2533200" cy="6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000"/>
              <a:buNone/>
              <a:defRPr sz="1333">
                <a:solidFill>
                  <a:srgbClr val="FCBF4A"/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78026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TEXT 1">
  <p:cSld name="TITLE +TEXT 1">
    <p:bg>
      <p:bgPr>
        <a:solidFill>
          <a:srgbClr val="F3F3F3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1953007" y="1412267"/>
            <a:ext cx="8286000" cy="3624800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2983193" y="2194384"/>
            <a:ext cx="6225600" cy="5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32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32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32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32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32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32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32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Font typeface="Anton"/>
              <a:buNone/>
              <a:defRPr sz="3200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ubTitle" idx="1"/>
          </p:nvPr>
        </p:nvSpPr>
        <p:spPr>
          <a:xfrm>
            <a:off x="3416900" y="2920031"/>
            <a:ext cx="5357600" cy="1743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95998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29" name="Google Shape;29;p5"/>
          <p:cNvSpPr/>
          <p:nvPr/>
        </p:nvSpPr>
        <p:spPr>
          <a:xfrm>
            <a:off x="2074373" y="1311100"/>
            <a:ext cx="8286000" cy="3624800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58776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solidFill>
          <a:srgbClr val="F3F3F3"/>
        </a:solid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oogle Shape;31;p6"/>
          <p:cNvGrpSpPr/>
          <p:nvPr/>
        </p:nvGrpSpPr>
        <p:grpSpPr>
          <a:xfrm>
            <a:off x="1264367" y="4061434"/>
            <a:ext cx="10927533" cy="620300"/>
            <a:chOff x="948275" y="3046075"/>
            <a:chExt cx="8195650" cy="465225"/>
          </a:xfrm>
        </p:grpSpPr>
        <p:sp>
          <p:nvSpPr>
            <p:cNvPr id="32" name="Google Shape;32;p6"/>
            <p:cNvSpPr/>
            <p:nvPr/>
          </p:nvSpPr>
          <p:spPr>
            <a:xfrm>
              <a:off x="948275" y="3103000"/>
              <a:ext cx="8076600" cy="408300"/>
            </a:xfrm>
            <a:prstGeom prst="roundRect">
              <a:avLst>
                <a:gd name="adj" fmla="val 4313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6"/>
            <p:cNvSpPr/>
            <p:nvPr/>
          </p:nvSpPr>
          <p:spPr>
            <a:xfrm>
              <a:off x="1008525" y="3046075"/>
              <a:ext cx="8135400" cy="408300"/>
            </a:xfrm>
            <a:prstGeom prst="roundRect">
              <a:avLst>
                <a:gd name="adj" fmla="val 4313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6"/>
          <p:cNvSpPr txBox="1">
            <a:spLocks noGrp="1"/>
          </p:cNvSpPr>
          <p:nvPr>
            <p:ph type="ctrTitle"/>
          </p:nvPr>
        </p:nvSpPr>
        <p:spPr>
          <a:xfrm flipH="1">
            <a:off x="4815567" y="4061533"/>
            <a:ext cx="6304000" cy="620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None/>
              <a:defRPr sz="1867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2133">
                <a:solidFill>
                  <a:srgbClr val="F3F3F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2133">
                <a:solidFill>
                  <a:srgbClr val="F3F3F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2133">
                <a:solidFill>
                  <a:srgbClr val="F3F3F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2133">
                <a:solidFill>
                  <a:srgbClr val="F3F3F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2133">
                <a:solidFill>
                  <a:srgbClr val="F3F3F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2133">
                <a:solidFill>
                  <a:srgbClr val="F3F3F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2133">
                <a:solidFill>
                  <a:srgbClr val="F3F3F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600"/>
              <a:buNone/>
              <a:defRPr sz="2133">
                <a:solidFill>
                  <a:srgbClr val="F3F3F3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ubTitle" idx="1"/>
          </p:nvPr>
        </p:nvSpPr>
        <p:spPr>
          <a:xfrm flipH="1">
            <a:off x="5602367" y="2501500"/>
            <a:ext cx="5517200" cy="133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400"/>
              <a:buFont typeface="Abel"/>
              <a:buNone/>
              <a:defRPr sz="2133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200"/>
              <a:buFont typeface="Abel"/>
              <a:buNone/>
              <a:defRPr>
                <a:solidFill>
                  <a:srgbClr val="F3F3F3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2129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S">
  <p:cSld name="TWO COLUMNS">
    <p:bg>
      <p:bgPr>
        <a:solidFill>
          <a:srgbClr val="F3F3F3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>
            <a:spLocks noGrp="1"/>
          </p:cNvSpPr>
          <p:nvPr>
            <p:ph type="ctrTitle"/>
          </p:nvPr>
        </p:nvSpPr>
        <p:spPr>
          <a:xfrm>
            <a:off x="1969384" y="3947900"/>
            <a:ext cx="3385200" cy="5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None/>
              <a:defRPr sz="2133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subTitle" idx="1"/>
          </p:nvPr>
        </p:nvSpPr>
        <p:spPr>
          <a:xfrm>
            <a:off x="1969400" y="4364667"/>
            <a:ext cx="3523200" cy="75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95998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ctrTitle" idx="2"/>
          </p:nvPr>
        </p:nvSpPr>
        <p:spPr>
          <a:xfrm>
            <a:off x="6584553" y="3943833"/>
            <a:ext cx="3385200" cy="513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None/>
              <a:defRPr sz="2133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600"/>
              <a:buFont typeface="Anton"/>
              <a:buNone/>
              <a:defRPr sz="2133" b="0">
                <a:solidFill>
                  <a:srgbClr val="2D406A"/>
                </a:solidFill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subTitle" idx="3"/>
          </p:nvPr>
        </p:nvSpPr>
        <p:spPr>
          <a:xfrm>
            <a:off x="6584561" y="4360600"/>
            <a:ext cx="3385200" cy="75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1100"/>
              <a:buFont typeface="Abel"/>
              <a:buNone/>
              <a:defRPr sz="1467">
                <a:solidFill>
                  <a:srgbClr val="2D406A"/>
                </a:solidFill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46" name="Google Shape;46;p8"/>
          <p:cNvSpPr/>
          <p:nvPr/>
        </p:nvSpPr>
        <p:spPr>
          <a:xfrm>
            <a:off x="4684767" y="471233"/>
            <a:ext cx="7563200" cy="7060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7" name="Google Shape;47;p8"/>
          <p:cNvSpPr/>
          <p:nvPr/>
        </p:nvSpPr>
        <p:spPr>
          <a:xfrm>
            <a:off x="4759700" y="545341"/>
            <a:ext cx="7488400" cy="7060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" name="Google Shape;48;p8"/>
          <p:cNvSpPr txBox="1">
            <a:spLocks noGrp="1"/>
          </p:cNvSpPr>
          <p:nvPr>
            <p:ph type="ctrTitle" idx="4"/>
          </p:nvPr>
        </p:nvSpPr>
        <p:spPr>
          <a:xfrm>
            <a:off x="6907533" y="609733"/>
            <a:ext cx="4259600" cy="64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3620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S">
  <p:cSld name="FOUR COLUMNS">
    <p:bg>
      <p:bgPr>
        <a:solidFill>
          <a:srgbClr val="F3F3F3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ctrTitle"/>
          </p:nvPr>
        </p:nvSpPr>
        <p:spPr>
          <a:xfrm>
            <a:off x="2202533" y="2217533"/>
            <a:ext cx="3713200" cy="76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ubTitle" idx="1"/>
          </p:nvPr>
        </p:nvSpPr>
        <p:spPr>
          <a:xfrm>
            <a:off x="2202533" y="2985933"/>
            <a:ext cx="3877200" cy="12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ctrTitle" idx="2"/>
          </p:nvPr>
        </p:nvSpPr>
        <p:spPr>
          <a:xfrm>
            <a:off x="2202533" y="4487432"/>
            <a:ext cx="3713200" cy="76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ubTitle" idx="3"/>
          </p:nvPr>
        </p:nvSpPr>
        <p:spPr>
          <a:xfrm>
            <a:off x="2202533" y="5250404"/>
            <a:ext cx="3877200" cy="1299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95998"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ctrTitle" idx="4"/>
          </p:nvPr>
        </p:nvSpPr>
        <p:spPr>
          <a:xfrm>
            <a:off x="6810524" y="4487433"/>
            <a:ext cx="3492400" cy="76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subTitle" idx="5"/>
          </p:nvPr>
        </p:nvSpPr>
        <p:spPr>
          <a:xfrm>
            <a:off x="6810524" y="5250271"/>
            <a:ext cx="3877200" cy="12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ctrTitle" idx="6"/>
          </p:nvPr>
        </p:nvSpPr>
        <p:spPr>
          <a:xfrm>
            <a:off x="6810524" y="2217533"/>
            <a:ext cx="3713200" cy="768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2133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Font typeface="Anton"/>
              <a:buNone/>
              <a:defRPr sz="2133" b="0">
                <a:latin typeface="Anton"/>
                <a:ea typeface="Anton"/>
                <a:cs typeface="Anton"/>
                <a:sym typeface="Anton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ubTitle" idx="7"/>
          </p:nvPr>
        </p:nvSpPr>
        <p:spPr>
          <a:xfrm>
            <a:off x="6810524" y="2985933"/>
            <a:ext cx="3877200" cy="12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>
                <a:latin typeface="Abel"/>
                <a:ea typeface="Abel"/>
                <a:cs typeface="Abel"/>
                <a:sym typeface="Abel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Abel"/>
              <a:buNone/>
              <a:defRPr sz="1333">
                <a:latin typeface="Abel"/>
                <a:ea typeface="Abel"/>
                <a:cs typeface="Abel"/>
                <a:sym typeface="Abel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58" name="Google Shape;58;p9"/>
          <p:cNvSpPr/>
          <p:nvPr/>
        </p:nvSpPr>
        <p:spPr>
          <a:xfrm>
            <a:off x="4684767" y="471233"/>
            <a:ext cx="7563200" cy="7060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59" name="Google Shape;59;p9"/>
          <p:cNvSpPr/>
          <p:nvPr/>
        </p:nvSpPr>
        <p:spPr>
          <a:xfrm>
            <a:off x="4759700" y="545341"/>
            <a:ext cx="7488400" cy="7060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0" name="Google Shape;60;p9"/>
          <p:cNvSpPr txBox="1">
            <a:spLocks noGrp="1"/>
          </p:cNvSpPr>
          <p:nvPr>
            <p:ph type="ctrTitle" idx="8"/>
          </p:nvPr>
        </p:nvSpPr>
        <p:spPr>
          <a:xfrm>
            <a:off x="6907533" y="609733"/>
            <a:ext cx="4259600" cy="64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9212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">
  <p:cSld name="BIG TEXT">
    <p:bg>
      <p:bgPr>
        <a:solidFill>
          <a:srgbClr val="F3F3F3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ctrTitle"/>
          </p:nvPr>
        </p:nvSpPr>
        <p:spPr>
          <a:xfrm>
            <a:off x="1185800" y="2211033"/>
            <a:ext cx="6051200" cy="24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4800"/>
              <a:buNone/>
              <a:defRPr sz="96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80875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 1">
  <p:cSld name="BIG TEXT 1">
    <p:bg>
      <p:bgPr>
        <a:solidFill>
          <a:srgbClr val="F3F3F3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>
            <a:spLocks noGrp="1"/>
          </p:cNvSpPr>
          <p:nvPr>
            <p:ph type="ctrTitle"/>
          </p:nvPr>
        </p:nvSpPr>
        <p:spPr>
          <a:xfrm>
            <a:off x="7522433" y="2211033"/>
            <a:ext cx="3540800" cy="24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4800"/>
              <a:buNone/>
              <a:defRPr sz="4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grpSp>
        <p:nvGrpSpPr>
          <p:cNvPr id="65" name="Google Shape;65;p11"/>
          <p:cNvGrpSpPr/>
          <p:nvPr/>
        </p:nvGrpSpPr>
        <p:grpSpPr>
          <a:xfrm>
            <a:off x="573244" y="1444401"/>
            <a:ext cx="5954207" cy="4102921"/>
            <a:chOff x="1211784" y="1483576"/>
            <a:chExt cx="6753864" cy="2714769"/>
          </a:xfrm>
        </p:grpSpPr>
        <p:sp>
          <p:nvSpPr>
            <p:cNvPr id="66" name="Google Shape;66;p11"/>
            <p:cNvSpPr/>
            <p:nvPr/>
          </p:nvSpPr>
          <p:spPr>
            <a:xfrm>
              <a:off x="1211784" y="1575146"/>
              <a:ext cx="6648000" cy="2623200"/>
            </a:xfrm>
            <a:prstGeom prst="roundRect">
              <a:avLst>
                <a:gd name="adj" fmla="val 4313"/>
              </a:avLst>
            </a:prstGeom>
            <a:solidFill>
              <a:srgbClr val="FFF2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67" name="Google Shape;67;p11"/>
            <p:cNvSpPr/>
            <p:nvPr/>
          </p:nvSpPr>
          <p:spPr>
            <a:xfrm>
              <a:off x="1317648" y="1483576"/>
              <a:ext cx="6648000" cy="2623200"/>
            </a:xfrm>
            <a:prstGeom prst="roundRect">
              <a:avLst>
                <a:gd name="adj" fmla="val 4313"/>
              </a:avLst>
            </a:prstGeom>
            <a:noFill/>
            <a:ln w="9525" cap="flat" cmpd="sng">
              <a:solidFill>
                <a:srgbClr val="43434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432371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 ">
  <p:cSld name="TITLE + DESIGN ">
    <p:bg>
      <p:bgPr>
        <a:solidFill>
          <a:srgbClr val="F3F3F3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/>
          <p:nvPr/>
        </p:nvSpPr>
        <p:spPr>
          <a:xfrm>
            <a:off x="4684767" y="471233"/>
            <a:ext cx="7563200" cy="7060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70;p12"/>
          <p:cNvSpPr/>
          <p:nvPr/>
        </p:nvSpPr>
        <p:spPr>
          <a:xfrm>
            <a:off x="4759700" y="545341"/>
            <a:ext cx="7488400" cy="7060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71;p12"/>
          <p:cNvSpPr txBox="1">
            <a:spLocks noGrp="1"/>
          </p:cNvSpPr>
          <p:nvPr>
            <p:ph type="ctrTitle"/>
          </p:nvPr>
        </p:nvSpPr>
        <p:spPr>
          <a:xfrm>
            <a:off x="6907533" y="609733"/>
            <a:ext cx="4259600" cy="64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00154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NUMBER">
  <p:cSld name="TITLE + NUMBER">
    <p:bg>
      <p:bgPr>
        <a:solidFill>
          <a:srgbClr val="F3F3F3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>
            <a:spLocks noGrp="1"/>
          </p:cNvSpPr>
          <p:nvPr>
            <p:ph type="subTitle" idx="1"/>
          </p:nvPr>
        </p:nvSpPr>
        <p:spPr>
          <a:xfrm>
            <a:off x="2068717" y="2070251"/>
            <a:ext cx="2516800" cy="5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title" hasCustomPrompt="1"/>
          </p:nvPr>
        </p:nvSpPr>
        <p:spPr>
          <a:xfrm>
            <a:off x="1757317" y="1251317"/>
            <a:ext cx="3139600" cy="90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None/>
              <a:defRPr sz="40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4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4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4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4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4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4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4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Unica One"/>
              <a:buNone/>
              <a:defRPr sz="4000">
                <a:solidFill>
                  <a:srgbClr val="F3F3F3"/>
                </a:solidFill>
                <a:latin typeface="Unica One"/>
                <a:ea typeface="Unica One"/>
                <a:cs typeface="Unica One"/>
                <a:sym typeface="Unica One"/>
              </a:defRPr>
            </a:lvl9pPr>
          </a:lstStyle>
          <a:p>
            <a:r>
              <a:t>xx%</a:t>
            </a:r>
          </a:p>
        </p:txBody>
      </p:sp>
      <p:sp>
        <p:nvSpPr>
          <p:cNvPr id="75" name="Google Shape;75;p13"/>
          <p:cNvSpPr/>
          <p:nvPr/>
        </p:nvSpPr>
        <p:spPr>
          <a:xfrm>
            <a:off x="4684767" y="471233"/>
            <a:ext cx="7563200" cy="7060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76;p13"/>
          <p:cNvSpPr/>
          <p:nvPr/>
        </p:nvSpPr>
        <p:spPr>
          <a:xfrm>
            <a:off x="4759700" y="545341"/>
            <a:ext cx="7488400" cy="7060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7" name="Google Shape;77;p13"/>
          <p:cNvSpPr txBox="1">
            <a:spLocks noGrp="1"/>
          </p:cNvSpPr>
          <p:nvPr>
            <p:ph type="ctrTitle" idx="2"/>
          </p:nvPr>
        </p:nvSpPr>
        <p:spPr>
          <a:xfrm>
            <a:off x="6907533" y="609733"/>
            <a:ext cx="4259600" cy="64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777841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COLUMNS">
  <p:cSld name="SIX COLUMNS">
    <p:bg>
      <p:bgPr>
        <a:solidFill>
          <a:srgbClr val="F3F3F3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/>
          <p:nvPr/>
        </p:nvSpPr>
        <p:spPr>
          <a:xfrm>
            <a:off x="4684767" y="471233"/>
            <a:ext cx="7563200" cy="7060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0" name="Google Shape;80;p14"/>
          <p:cNvSpPr/>
          <p:nvPr/>
        </p:nvSpPr>
        <p:spPr>
          <a:xfrm>
            <a:off x="4759700" y="545341"/>
            <a:ext cx="7488400" cy="7060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" name="Google Shape;81;p14"/>
          <p:cNvSpPr txBox="1">
            <a:spLocks noGrp="1"/>
          </p:cNvSpPr>
          <p:nvPr>
            <p:ph type="ctrTitle"/>
          </p:nvPr>
        </p:nvSpPr>
        <p:spPr>
          <a:xfrm>
            <a:off x="6907533" y="609733"/>
            <a:ext cx="4259600" cy="64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title" idx="2"/>
          </p:nvPr>
        </p:nvSpPr>
        <p:spPr>
          <a:xfrm>
            <a:off x="1289635" y="2651897"/>
            <a:ext cx="2455200" cy="5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ubTitle" idx="1"/>
          </p:nvPr>
        </p:nvSpPr>
        <p:spPr>
          <a:xfrm>
            <a:off x="1044600" y="3249800"/>
            <a:ext cx="2947600" cy="4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333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3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title" idx="3"/>
          </p:nvPr>
        </p:nvSpPr>
        <p:spPr>
          <a:xfrm>
            <a:off x="8449232" y="2651897"/>
            <a:ext cx="2455200" cy="5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85" name="Google Shape;85;p14"/>
          <p:cNvSpPr txBox="1">
            <a:spLocks noGrp="1"/>
          </p:cNvSpPr>
          <p:nvPr>
            <p:ph type="subTitle" idx="4"/>
          </p:nvPr>
        </p:nvSpPr>
        <p:spPr>
          <a:xfrm>
            <a:off x="8204033" y="3249800"/>
            <a:ext cx="2947600" cy="4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333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3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86" name="Google Shape;86;p14"/>
          <p:cNvSpPr txBox="1">
            <a:spLocks noGrp="1"/>
          </p:cNvSpPr>
          <p:nvPr>
            <p:ph type="title" idx="5"/>
          </p:nvPr>
        </p:nvSpPr>
        <p:spPr>
          <a:xfrm>
            <a:off x="4868984" y="4800664"/>
            <a:ext cx="2455200" cy="5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subTitle" idx="6"/>
          </p:nvPr>
        </p:nvSpPr>
        <p:spPr>
          <a:xfrm>
            <a:off x="4622703" y="5398567"/>
            <a:ext cx="2947600" cy="4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333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3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title" idx="7"/>
          </p:nvPr>
        </p:nvSpPr>
        <p:spPr>
          <a:xfrm>
            <a:off x="4868984" y="2651897"/>
            <a:ext cx="2455200" cy="5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subTitle" idx="8"/>
          </p:nvPr>
        </p:nvSpPr>
        <p:spPr>
          <a:xfrm>
            <a:off x="4622703" y="3249800"/>
            <a:ext cx="2947600" cy="4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333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3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title" idx="9"/>
          </p:nvPr>
        </p:nvSpPr>
        <p:spPr>
          <a:xfrm>
            <a:off x="1289051" y="4800664"/>
            <a:ext cx="2455200" cy="5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subTitle" idx="13"/>
          </p:nvPr>
        </p:nvSpPr>
        <p:spPr>
          <a:xfrm>
            <a:off x="1043900" y="5398567"/>
            <a:ext cx="2947600" cy="4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333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3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title" idx="14"/>
          </p:nvPr>
        </p:nvSpPr>
        <p:spPr>
          <a:xfrm>
            <a:off x="8449232" y="4800664"/>
            <a:ext cx="2455200" cy="5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i="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ubTitle" idx="15"/>
          </p:nvPr>
        </p:nvSpPr>
        <p:spPr>
          <a:xfrm>
            <a:off x="8203033" y="5398567"/>
            <a:ext cx="2947600" cy="4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333"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 sz="1333"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 sz="13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378527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S">
  <p:cSld name="THREE COLUMNS">
    <p:bg>
      <p:bgPr>
        <a:solidFill>
          <a:srgbClr val="F3F3F3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ctrTitle"/>
          </p:nvPr>
        </p:nvSpPr>
        <p:spPr>
          <a:xfrm>
            <a:off x="1470567" y="2109367"/>
            <a:ext cx="1906000" cy="10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4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1"/>
          </p:nvPr>
        </p:nvSpPr>
        <p:spPr>
          <a:xfrm>
            <a:off x="1189681" y="3903617"/>
            <a:ext cx="2437200" cy="222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95998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4684767" y="471233"/>
            <a:ext cx="7563200" cy="706000"/>
          </a:xfrm>
          <a:prstGeom prst="roundRect">
            <a:avLst>
              <a:gd name="adj" fmla="val 19858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98;p15"/>
          <p:cNvSpPr/>
          <p:nvPr/>
        </p:nvSpPr>
        <p:spPr>
          <a:xfrm>
            <a:off x="4759700" y="545341"/>
            <a:ext cx="7488400" cy="706000"/>
          </a:xfrm>
          <a:prstGeom prst="roundRect">
            <a:avLst>
              <a:gd name="adj" fmla="val 11897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99;p15"/>
          <p:cNvSpPr txBox="1">
            <a:spLocks noGrp="1"/>
          </p:cNvSpPr>
          <p:nvPr>
            <p:ph type="ctrTitle" idx="2"/>
          </p:nvPr>
        </p:nvSpPr>
        <p:spPr>
          <a:xfrm>
            <a:off x="5114683" y="2109367"/>
            <a:ext cx="1906000" cy="10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4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00" name="Google Shape;100;p15"/>
          <p:cNvSpPr txBox="1">
            <a:spLocks noGrp="1"/>
          </p:cNvSpPr>
          <p:nvPr>
            <p:ph type="subTitle" idx="3"/>
          </p:nvPr>
        </p:nvSpPr>
        <p:spPr>
          <a:xfrm>
            <a:off x="4833815" y="3903617"/>
            <a:ext cx="2437200" cy="222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95998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101" name="Google Shape;101;p15"/>
          <p:cNvSpPr txBox="1">
            <a:spLocks noGrp="1"/>
          </p:cNvSpPr>
          <p:nvPr>
            <p:ph type="ctrTitle" idx="4"/>
          </p:nvPr>
        </p:nvSpPr>
        <p:spPr>
          <a:xfrm>
            <a:off x="8758700" y="2109367"/>
            <a:ext cx="1906000" cy="1057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48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Staatliches"/>
              <a:buNone/>
              <a:defRPr sz="3200" b="0">
                <a:latin typeface="Staatliches"/>
                <a:ea typeface="Staatliches"/>
                <a:cs typeface="Staatliches"/>
                <a:sym typeface="Staatliches"/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02" name="Google Shape;102;p15"/>
          <p:cNvSpPr txBox="1">
            <a:spLocks noGrp="1"/>
          </p:cNvSpPr>
          <p:nvPr>
            <p:ph type="subTitle" idx="5"/>
          </p:nvPr>
        </p:nvSpPr>
        <p:spPr>
          <a:xfrm>
            <a:off x="8477948" y="3903617"/>
            <a:ext cx="2437200" cy="222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marR="95998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467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103" name="Google Shape;103;p15"/>
          <p:cNvSpPr txBox="1">
            <a:spLocks noGrp="1"/>
          </p:cNvSpPr>
          <p:nvPr>
            <p:ph type="ctrTitle" idx="6"/>
          </p:nvPr>
        </p:nvSpPr>
        <p:spPr>
          <a:xfrm>
            <a:off x="6907533" y="609733"/>
            <a:ext cx="4259600" cy="641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2D406A"/>
              </a:buClr>
              <a:buSzPts val="2400"/>
              <a:buNone/>
              <a:defRPr sz="24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1800"/>
              <a:buNone/>
              <a:defRPr sz="2400" b="0">
                <a:solidFill>
                  <a:srgbClr val="338987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6964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+ TEXT">
  <p:cSld name="NUMBERS + TEXT">
    <p:bg>
      <p:bgPr>
        <a:solidFill>
          <a:srgbClr val="F3F3F3"/>
        </a:solidFill>
        <a:effectLst/>
      </p:bgPr>
    </p:bg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>
            <a:spLocks noGrp="1"/>
          </p:cNvSpPr>
          <p:nvPr>
            <p:ph type="subTitle" idx="1"/>
          </p:nvPr>
        </p:nvSpPr>
        <p:spPr>
          <a:xfrm>
            <a:off x="2364800" y="2184000"/>
            <a:ext cx="7462400" cy="5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106" name="Google Shape;106;p16"/>
          <p:cNvSpPr txBox="1">
            <a:spLocks noGrp="1"/>
          </p:cNvSpPr>
          <p:nvPr>
            <p:ph type="subTitle" idx="2"/>
          </p:nvPr>
        </p:nvSpPr>
        <p:spPr>
          <a:xfrm>
            <a:off x="2364800" y="3778392"/>
            <a:ext cx="7462400" cy="5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3"/>
          </p:nvPr>
        </p:nvSpPr>
        <p:spPr>
          <a:xfrm>
            <a:off x="2364800" y="5393967"/>
            <a:ext cx="7462400" cy="5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 rtl="0">
              <a:spcBef>
                <a:spcPts val="2133"/>
              </a:spcBef>
              <a:spcAft>
                <a:spcPts val="0"/>
              </a:spcAft>
              <a:buNone/>
              <a:defRPr/>
            </a:lvl2pPr>
            <a:lvl3pPr lvl="2" algn="ctr" rtl="0">
              <a:spcBef>
                <a:spcPts val="2133"/>
              </a:spcBef>
              <a:spcAft>
                <a:spcPts val="0"/>
              </a:spcAft>
              <a:buNone/>
              <a:defRPr/>
            </a:lvl3pPr>
            <a:lvl4pPr lvl="3" algn="ctr" rtl="0">
              <a:spcBef>
                <a:spcPts val="2133"/>
              </a:spcBef>
              <a:spcAft>
                <a:spcPts val="0"/>
              </a:spcAft>
              <a:buNone/>
              <a:defRPr/>
            </a:lvl4pPr>
            <a:lvl5pPr lvl="4" algn="ctr" rtl="0">
              <a:spcBef>
                <a:spcPts val="2133"/>
              </a:spcBef>
              <a:spcAft>
                <a:spcPts val="0"/>
              </a:spcAft>
              <a:buNone/>
              <a:defRPr/>
            </a:lvl5pPr>
            <a:lvl6pPr lvl="5" algn="ctr" rtl="0">
              <a:spcBef>
                <a:spcPts val="2133"/>
              </a:spcBef>
              <a:spcAft>
                <a:spcPts val="0"/>
              </a:spcAft>
              <a:buNone/>
              <a:defRPr/>
            </a:lvl6pPr>
            <a:lvl7pPr lvl="6" algn="ctr" rtl="0">
              <a:spcBef>
                <a:spcPts val="2133"/>
              </a:spcBef>
              <a:spcAft>
                <a:spcPts val="0"/>
              </a:spcAft>
              <a:buNone/>
              <a:defRPr/>
            </a:lvl7pPr>
            <a:lvl8pPr lvl="7" algn="ctr" rtl="0">
              <a:spcBef>
                <a:spcPts val="2133"/>
              </a:spcBef>
              <a:spcAft>
                <a:spcPts val="0"/>
              </a:spcAft>
              <a:buNone/>
              <a:defRPr/>
            </a:lvl8pPr>
            <a:lvl9pPr lvl="8" algn="ctr" rtl="0">
              <a:spcBef>
                <a:spcPts val="2133"/>
              </a:spcBef>
              <a:spcAft>
                <a:spcPts val="2133"/>
              </a:spcAft>
              <a:buNone/>
              <a:defRPr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108" name="Google Shape;108;p16"/>
          <p:cNvSpPr txBox="1">
            <a:spLocks noGrp="1"/>
          </p:cNvSpPr>
          <p:nvPr>
            <p:ph type="title" hasCustomPrompt="1"/>
          </p:nvPr>
        </p:nvSpPr>
        <p:spPr>
          <a:xfrm>
            <a:off x="3745200" y="1253600"/>
            <a:ext cx="4701600" cy="9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09" name="Google Shape;109;p16"/>
          <p:cNvSpPr txBox="1">
            <a:spLocks noGrp="1"/>
          </p:cNvSpPr>
          <p:nvPr>
            <p:ph type="title" idx="4" hasCustomPrompt="1"/>
          </p:nvPr>
        </p:nvSpPr>
        <p:spPr>
          <a:xfrm>
            <a:off x="3745200" y="2869165"/>
            <a:ext cx="4701600" cy="9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110" name="Google Shape;110;p16"/>
          <p:cNvSpPr txBox="1">
            <a:spLocks noGrp="1"/>
          </p:cNvSpPr>
          <p:nvPr>
            <p:ph type="title" idx="5" hasCustomPrompt="1"/>
          </p:nvPr>
        </p:nvSpPr>
        <p:spPr>
          <a:xfrm>
            <a:off x="3745200" y="4463567"/>
            <a:ext cx="4701600" cy="93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29655807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 2">
  <p:cSld name="BIG TEXT 2">
    <p:bg>
      <p:bgPr>
        <a:solidFill>
          <a:srgbClr val="F3F3F3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ctrTitle"/>
          </p:nvPr>
        </p:nvSpPr>
        <p:spPr>
          <a:xfrm>
            <a:off x="3070400" y="2211033"/>
            <a:ext cx="6051200" cy="243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6400" b="0">
                <a:solidFill>
                  <a:srgbClr val="F3F3F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338987"/>
              </a:buClr>
              <a:buSzPts val="4800"/>
              <a:buNone/>
              <a:defRPr sz="6400" b="0">
                <a:solidFill>
                  <a:srgbClr val="338987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55014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TEXT 2">
  <p:cSld name="TITLE + TEXT 2">
    <p:bg>
      <p:bgPr>
        <a:solidFill>
          <a:srgbClr val="F3F3F3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4983696" y="4001397"/>
            <a:ext cx="2455200" cy="5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subTitle" idx="1"/>
          </p:nvPr>
        </p:nvSpPr>
        <p:spPr>
          <a:xfrm>
            <a:off x="4737496" y="4599300"/>
            <a:ext cx="2947600" cy="1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13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title" idx="2"/>
          </p:nvPr>
        </p:nvSpPr>
        <p:spPr>
          <a:xfrm>
            <a:off x="1159529" y="4466131"/>
            <a:ext cx="2455200" cy="5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ubTitle" idx="3"/>
          </p:nvPr>
        </p:nvSpPr>
        <p:spPr>
          <a:xfrm>
            <a:off x="913329" y="5064033"/>
            <a:ext cx="2947600" cy="1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13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title" idx="4"/>
          </p:nvPr>
        </p:nvSpPr>
        <p:spPr>
          <a:xfrm>
            <a:off x="8732196" y="4466131"/>
            <a:ext cx="2455200" cy="5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 i="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19" name="Google Shape;119;p18"/>
          <p:cNvSpPr txBox="1">
            <a:spLocks noGrp="1"/>
          </p:cNvSpPr>
          <p:nvPr>
            <p:ph type="subTitle" idx="5"/>
          </p:nvPr>
        </p:nvSpPr>
        <p:spPr>
          <a:xfrm>
            <a:off x="8485996" y="5064033"/>
            <a:ext cx="2947600" cy="1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33"/>
            </a:lvl1pPr>
            <a:lvl2pPr lvl="1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None/>
              <a:defRPr sz="1333"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None/>
              <a:defRPr sz="1333"/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20308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solidFill>
          <a:srgbClr val="F3F3F3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/>
          <p:nvPr/>
        </p:nvSpPr>
        <p:spPr>
          <a:xfrm>
            <a:off x="558400" y="816363"/>
            <a:ext cx="4371600" cy="5443200"/>
          </a:xfrm>
          <a:prstGeom prst="roundRect">
            <a:avLst>
              <a:gd name="adj" fmla="val 4313"/>
            </a:avLst>
          </a:prstGeom>
          <a:solidFill>
            <a:srgbClr val="FFF2CC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2" name="Google Shape;122;p19"/>
          <p:cNvSpPr/>
          <p:nvPr/>
        </p:nvSpPr>
        <p:spPr>
          <a:xfrm>
            <a:off x="688009" y="673129"/>
            <a:ext cx="4371600" cy="5443200"/>
          </a:xfrm>
          <a:prstGeom prst="roundRect">
            <a:avLst>
              <a:gd name="adj" fmla="val 4313"/>
            </a:avLst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3" name="Google Shape;123;p19"/>
          <p:cNvSpPr txBox="1"/>
          <p:nvPr/>
        </p:nvSpPr>
        <p:spPr>
          <a:xfrm>
            <a:off x="1111867" y="4570800"/>
            <a:ext cx="3582400" cy="6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CREDITS</a:t>
            </a:r>
            <a:r>
              <a:rPr lang="en"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: This presentation template was created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, including icons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, and infographics &amp; images by </a:t>
            </a:r>
            <a:r>
              <a:rPr lang="en" sz="1200" b="1">
                <a:solidFill>
                  <a:schemeClr val="accent3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sz="1200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and illustrations by</a:t>
            </a:r>
            <a:r>
              <a:rPr lang="en" sz="1200" b="1">
                <a:solidFill>
                  <a:schemeClr val="accent3"/>
                </a:solidFill>
                <a:latin typeface="Anaheim"/>
                <a:ea typeface="Anaheim"/>
                <a:cs typeface="Anaheim"/>
                <a:sym typeface="Anaheim"/>
              </a:rPr>
              <a:t> </a:t>
            </a:r>
            <a:r>
              <a:rPr lang="en" sz="1200" b="1">
                <a:solidFill>
                  <a:schemeClr val="hlink"/>
                </a:solidFill>
                <a:uFill>
                  <a:noFill/>
                </a:uFill>
                <a:latin typeface="Anaheim"/>
                <a:ea typeface="Anaheim"/>
                <a:cs typeface="Anaheim"/>
                <a:sym typeface="Anaheim"/>
                <a:hlinkClick r:id="rId5"/>
              </a:rPr>
              <a:t>Storyset</a:t>
            </a:r>
            <a:endParaRPr sz="933" b="1">
              <a:solidFill>
                <a:srgbClr val="434343"/>
              </a:solidFill>
              <a:latin typeface="Anaheim"/>
              <a:ea typeface="Anaheim"/>
              <a:cs typeface="Anaheim"/>
              <a:sym typeface="Anaheim"/>
            </a:endParaRPr>
          </a:p>
        </p:txBody>
      </p:sp>
      <p:sp>
        <p:nvSpPr>
          <p:cNvPr id="124" name="Google Shape;124;p19"/>
          <p:cNvSpPr txBox="1">
            <a:spLocks noGrp="1"/>
          </p:cNvSpPr>
          <p:nvPr>
            <p:ph type="ctrTitle"/>
          </p:nvPr>
        </p:nvSpPr>
        <p:spPr>
          <a:xfrm>
            <a:off x="1111881" y="-402367"/>
            <a:ext cx="4331200" cy="322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3600"/>
              <a:buNone/>
              <a:defRPr sz="8000" b="0">
                <a:latin typeface="Staatliches"/>
                <a:ea typeface="Staatliches"/>
                <a:cs typeface="Staatliches"/>
                <a:sym typeface="Staatliche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5200"/>
              <a:buNone/>
              <a:defRPr sz="6933">
                <a:solidFill>
                  <a:srgbClr val="FCBF4A"/>
                </a:solidFill>
              </a:defRPr>
            </a:lvl9pPr>
          </a:lstStyle>
          <a:p>
            <a:r>
              <a:rPr lang="fr-FR"/>
              <a:t>Modifiez le style du titre</a:t>
            </a:r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subTitle" idx="1"/>
          </p:nvPr>
        </p:nvSpPr>
        <p:spPr>
          <a:xfrm>
            <a:off x="1111881" y="2596367"/>
            <a:ext cx="4435600" cy="42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None/>
              <a:defRPr>
                <a:latin typeface="Anaheim"/>
                <a:ea typeface="Anaheim"/>
                <a:cs typeface="Anaheim"/>
                <a:sym typeface="Anahei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CBF4A"/>
              </a:buClr>
              <a:buSzPts val="1400"/>
              <a:buFont typeface="Josefin Slab"/>
              <a:buNone/>
              <a:defRPr sz="1867">
                <a:solidFill>
                  <a:srgbClr val="FCBF4A"/>
                </a:solidFill>
                <a:latin typeface="Josefin Slab"/>
                <a:ea typeface="Josefin Slab"/>
                <a:cs typeface="Josefin Slab"/>
                <a:sym typeface="Josefin Slab"/>
              </a:defRPr>
            </a:lvl9pPr>
          </a:lstStyle>
          <a:p>
            <a:r>
              <a:rPr lang="fr-FR"/>
              <a:t>Modifiez le style des sous-titres du masque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353593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solidFill>
          <a:srgbClr val="EFEFEF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47985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 SLIDE">
    <p:bg>
      <p:bgPr>
        <a:solidFill>
          <a:srgbClr val="FDF3E5">
            <a:alpha val="29620"/>
          </a:srgbClr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88881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6C9A6BA-B8DE-431A-A587-3CD696F5CF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B577426-1DD4-4BC9-8948-22DCC9BDC9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4187BD7-2396-45F7-8267-FBFDEFDE0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7E267-7E99-406A-9032-FC32C2B5F1D2}" type="datetimeFigureOut">
              <a:rPr lang="fr-FR" smtClean="0"/>
              <a:t>07/06/2022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11782F-FBFC-4706-9E6D-4F208C49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4E71EE-530B-4F84-B388-8D7EF4C3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20A080-C11B-43F0-AEA5-603EEED0841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123883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13042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9422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8FAFB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Staatliches"/>
              <a:buNone/>
              <a:defRPr sz="2800">
                <a:solidFill>
                  <a:srgbClr val="434343"/>
                </a:solidFill>
                <a:latin typeface="Staatliches"/>
                <a:ea typeface="Staatliches"/>
                <a:cs typeface="Staatliches"/>
                <a:sym typeface="Staatliche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Josefin Sans"/>
              <a:buNone/>
              <a:defRPr sz="2800" b="1">
                <a:solidFill>
                  <a:srgbClr val="434343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●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Anaheim"/>
              <a:buChar char="■"/>
              <a:defRPr sz="1200">
                <a:solidFill>
                  <a:srgbClr val="434343"/>
                </a:solidFill>
                <a:latin typeface="Anaheim"/>
                <a:ea typeface="Anaheim"/>
                <a:cs typeface="Anaheim"/>
                <a:sym typeface="Anaheim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5243410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0" name="Google Shape;130;p22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2081095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958737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0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trello.com/b/JTMBV4wU/kanban-sa%C3%A9" TargetMode="Externa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F09F75C9-475E-43E6-A17A-40BD60F2EB88}"/>
              </a:ext>
            </a:extLst>
          </p:cNvPr>
          <p:cNvSpPr txBox="1"/>
          <p:nvPr/>
        </p:nvSpPr>
        <p:spPr>
          <a:xfrm>
            <a:off x="9380358" y="5137867"/>
            <a:ext cx="3117608" cy="175432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/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Dubai Medium"/>
                <a:cs typeface="Dubai Medium"/>
              </a:rPr>
              <a:t>RABERGEAU Loïs</a:t>
            </a:r>
          </a:p>
          <a:p>
            <a:pPr algn="just"/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Dubai Medium"/>
                <a:cs typeface="Dubai Medium"/>
              </a:rPr>
              <a:t>ROUSSEL Flavien </a:t>
            </a:r>
          </a:p>
          <a:p>
            <a:pPr algn="just"/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VILLARD Paul       </a:t>
            </a:r>
          </a:p>
          <a:p>
            <a:pPr algn="just"/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MAILLET Thibault</a:t>
            </a:r>
          </a:p>
          <a:p>
            <a:pPr algn="just"/>
            <a:r>
              <a:rPr lang="en-US" sz="1800">
                <a:solidFill>
                  <a:schemeClr val="bg1">
                    <a:lumMod val="10000"/>
                  </a:schemeClr>
                </a:solidFill>
                <a:latin typeface="Dubai Medium" panose="020B0603030403030204" pitchFamily="34" charset="-78"/>
                <a:cs typeface="Dubai Medium" panose="020B0603030403030204" pitchFamily="34" charset="-78"/>
              </a:rPr>
              <a:t>MADZOU-A-MIERE Glenn </a:t>
            </a:r>
          </a:p>
          <a:p>
            <a:pPr algn="r"/>
            <a:endParaRPr lang="en-US" sz="1800">
              <a:solidFill>
                <a:schemeClr val="bg1">
                  <a:lumMod val="10000"/>
                </a:schemeClr>
              </a:solidFill>
              <a:latin typeface="Dubai Medium" panose="020B0603030403030204" pitchFamily="34" charset="-78"/>
              <a:cs typeface="Dubai Medium" panose="020B0603030403030204" pitchFamily="34" charset="-78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E8312E3-A43A-47EA-97DA-8502DACB054E}"/>
              </a:ext>
            </a:extLst>
          </p:cNvPr>
          <p:cNvSpPr txBox="1"/>
          <p:nvPr/>
        </p:nvSpPr>
        <p:spPr>
          <a:xfrm>
            <a:off x="3145596" y="2835274"/>
            <a:ext cx="59008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>
                <a:latin typeface="Dubai Medium" panose="020B0603030403030204" pitchFamily="34" charset="-78"/>
                <a:cs typeface="Dubai Medium" panose="020B0603030403030204" pitchFamily="34" charset="-78"/>
              </a:rPr>
              <a:t>PROJECT’S REPORT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D463319D-50DD-4826-97E5-C139B230C044}"/>
              </a:ext>
            </a:extLst>
          </p:cNvPr>
          <p:cNvSpPr txBox="1"/>
          <p:nvPr/>
        </p:nvSpPr>
        <p:spPr>
          <a:xfrm>
            <a:off x="3370585" y="3850937"/>
            <a:ext cx="54508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Dubai Medium" panose="020B0603030403030204" pitchFamily="34" charset="-78"/>
                <a:cs typeface="Dubai Medium" panose="020B0603030403030204" pitchFamily="34" charset="-78"/>
              </a:rPr>
              <a:t>DATA ANALYSIS, REPORTING AND VISUALIZATION PROJECT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663F82B-96BF-E006-EB6F-A74C362B5B54}"/>
              </a:ext>
            </a:extLst>
          </p:cNvPr>
          <p:cNvSpPr txBox="1"/>
          <p:nvPr/>
        </p:nvSpPr>
        <p:spPr>
          <a:xfrm>
            <a:off x="195490" y="2835274"/>
            <a:ext cx="2743199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000">
                <a:latin typeface="Dubai Medium" panose="020B0603030403030204" pitchFamily="34" charset="-78"/>
                <a:cs typeface="Dubai Medium" panose="020B0603030403030204" pitchFamily="34" charset="-78"/>
              </a:rPr>
              <a:t>Mr Garnier</a:t>
            </a:r>
          </a:p>
          <a:p>
            <a:r>
              <a:rPr lang="fr-FR" sz="2000">
                <a:latin typeface="Dubai Medium" panose="020B0603030403030204" pitchFamily="34" charset="-78"/>
                <a:cs typeface="Dubai Medium" panose="020B0603030403030204" pitchFamily="34" charset="-78"/>
              </a:rPr>
              <a:t>Mr Bureau</a:t>
            </a:r>
          </a:p>
          <a:p>
            <a:r>
              <a:rPr lang="fr-FR" sz="2000">
                <a:latin typeface="Dubai Medium" panose="020B0603030403030204" pitchFamily="34" charset="-78"/>
                <a:cs typeface="Dubai Medium" panose="020B0603030403030204" pitchFamily="34" charset="-78"/>
              </a:rPr>
              <a:t>Mrs Canonne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9B7F51F4-83FF-42C3-9762-559224C2EE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0" y="5973086"/>
            <a:ext cx="1491267" cy="723752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A9B40241-A6AF-485F-9FF6-BA5A20989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7481" y="159391"/>
            <a:ext cx="2619029" cy="620331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353E7CCB-FB8E-4686-A2D7-E946B86AEC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490" y="159392"/>
            <a:ext cx="1491267" cy="91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3371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ZoneTexte 45">
            <a:extLst>
              <a:ext uri="{FF2B5EF4-FFF2-40B4-BE49-F238E27FC236}">
                <a16:creationId xmlns:a16="http://schemas.microsoft.com/office/drawing/2014/main" id="{0E356C67-E5BF-441A-97E5-BAB93B0B2F24}"/>
              </a:ext>
            </a:extLst>
          </p:cNvPr>
          <p:cNvSpPr txBox="1"/>
          <p:nvPr/>
        </p:nvSpPr>
        <p:spPr>
          <a:xfrm>
            <a:off x="4809430" y="92775"/>
            <a:ext cx="257314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/>
              <a:t>Introduction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528A085-75CF-4AC6-E16E-727C5C5421D1}"/>
              </a:ext>
            </a:extLst>
          </p:cNvPr>
          <p:cNvSpPr txBox="1"/>
          <p:nvPr/>
        </p:nvSpPr>
        <p:spPr>
          <a:xfrm>
            <a:off x="4478754" y="1040920"/>
            <a:ext cx="3384883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1600" dirty="0"/>
              <a:t>File : 5,000 </a:t>
            </a:r>
            <a:r>
              <a:rPr lang="fr-FR" sz="1600" dirty="0" err="1"/>
              <a:t>rows</a:t>
            </a:r>
            <a:r>
              <a:rPr lang="fr-FR" sz="1600" dirty="0"/>
              <a:t> and 130 </a:t>
            </a:r>
            <a:r>
              <a:rPr lang="fr-FR" sz="1600" dirty="0" err="1"/>
              <a:t>columns</a:t>
            </a:r>
            <a:endParaRPr lang="fr-FR" sz="1600" dirty="0"/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24BE1A23-D9A0-4017-B758-A53C8508C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58" y="1702740"/>
            <a:ext cx="11416683" cy="473270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E50FD3C-30EE-421C-B1CE-C221B5AD149B}"/>
              </a:ext>
            </a:extLst>
          </p:cNvPr>
          <p:cNvSpPr/>
          <p:nvPr/>
        </p:nvSpPr>
        <p:spPr>
          <a:xfrm>
            <a:off x="227860" y="387040"/>
            <a:ext cx="319596" cy="133165"/>
          </a:xfrm>
          <a:prstGeom prst="rect">
            <a:avLst/>
          </a:prstGeom>
          <a:solidFill>
            <a:srgbClr val="FFFF00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16E40DE-80DC-445E-9B69-71EC20EDC39C}"/>
              </a:ext>
            </a:extLst>
          </p:cNvPr>
          <p:cNvSpPr txBox="1"/>
          <p:nvPr/>
        </p:nvSpPr>
        <p:spPr>
          <a:xfrm>
            <a:off x="772357" y="352018"/>
            <a:ext cx="1571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Very important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BCD465B-685A-488A-8455-A868CFF4A351}"/>
              </a:ext>
            </a:extLst>
          </p:cNvPr>
          <p:cNvSpPr/>
          <p:nvPr/>
        </p:nvSpPr>
        <p:spPr>
          <a:xfrm>
            <a:off x="227860" y="911725"/>
            <a:ext cx="319596" cy="133165"/>
          </a:xfrm>
          <a:prstGeom prst="rect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54EF490-36EA-401A-89FD-92EFB277F771}"/>
              </a:ext>
            </a:extLst>
          </p:cNvPr>
          <p:cNvSpPr txBox="1"/>
          <p:nvPr/>
        </p:nvSpPr>
        <p:spPr>
          <a:xfrm>
            <a:off x="781235" y="824418"/>
            <a:ext cx="15713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/>
              <a:t>Can </a:t>
            </a:r>
            <a:r>
              <a:rPr lang="fr-FR" err="1"/>
              <a:t>be</a:t>
            </a:r>
            <a:r>
              <a:rPr lang="fr-FR"/>
              <a:t> </a:t>
            </a:r>
            <a:r>
              <a:rPr lang="fr-FR" err="1"/>
              <a:t>used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744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FF54DFAB-7175-4272-8EF9-26B4AA1A32CB}"/>
              </a:ext>
            </a:extLst>
          </p:cNvPr>
          <p:cNvGrpSpPr/>
          <p:nvPr/>
        </p:nvGrpSpPr>
        <p:grpSpPr>
          <a:xfrm>
            <a:off x="4122003" y="1677060"/>
            <a:ext cx="6820186" cy="847559"/>
            <a:chOff x="5058626" y="1395367"/>
            <a:chExt cx="6820186" cy="847559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FBF03BE4-9B1D-46A7-BE60-0DA1E07A9586}"/>
                </a:ext>
              </a:extLst>
            </p:cNvPr>
            <p:cNvGrpSpPr/>
            <p:nvPr/>
          </p:nvGrpSpPr>
          <p:grpSpPr>
            <a:xfrm>
              <a:off x="5058626" y="1414400"/>
              <a:ext cx="392292" cy="392292"/>
              <a:chOff x="5058626" y="983545"/>
              <a:chExt cx="392292" cy="392292"/>
            </a:xfrm>
          </p:grpSpPr>
          <p:sp>
            <p:nvSpPr>
              <p:cNvPr id="10" name="Oval 136">
                <a:extLst>
                  <a:ext uri="{FF2B5EF4-FFF2-40B4-BE49-F238E27FC236}">
                    <a16:creationId xmlns:a16="http://schemas.microsoft.com/office/drawing/2014/main" id="{AA60B938-572E-40C8-ACC8-4DF358B753D2}"/>
                  </a:ext>
                </a:extLst>
              </p:cNvPr>
              <p:cNvSpPr/>
              <p:nvPr/>
            </p:nvSpPr>
            <p:spPr>
              <a:xfrm>
                <a:off x="5058626" y="983545"/>
                <a:ext cx="392292" cy="392292"/>
              </a:xfrm>
              <a:prstGeom prst="ellipse">
                <a:avLst/>
              </a:prstGeom>
              <a:solidFill>
                <a:schemeClr val="accent4"/>
              </a:solidFill>
              <a:ln w="38100">
                <a:solidFill>
                  <a:schemeClr val="bg1"/>
                </a:solidFill>
              </a:ln>
              <a:effectLst>
                <a:outerShdw blurRad="50800" dist="101600" dir="13500000" algn="b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Shape">
                <a:extLst>
                  <a:ext uri="{FF2B5EF4-FFF2-40B4-BE49-F238E27FC236}">
                    <a16:creationId xmlns:a16="http://schemas.microsoft.com/office/drawing/2014/main" id="{42CA08C9-371D-4B33-8233-458A18368DC1}"/>
                  </a:ext>
                </a:extLst>
              </p:cNvPr>
              <p:cNvSpPr/>
              <p:nvPr/>
            </p:nvSpPr>
            <p:spPr>
              <a:xfrm>
                <a:off x="5163056" y="1087093"/>
                <a:ext cx="183432" cy="185196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21600" y="19959"/>
                    </a:moveTo>
                    <a:cubicBezTo>
                      <a:pt x="21600" y="20370"/>
                      <a:pt x="21462" y="20780"/>
                      <a:pt x="21187" y="21053"/>
                    </a:cubicBezTo>
                    <a:cubicBezTo>
                      <a:pt x="20775" y="21327"/>
                      <a:pt x="20362" y="21600"/>
                      <a:pt x="19949" y="21600"/>
                    </a:cubicBezTo>
                    <a:cubicBezTo>
                      <a:pt x="19536" y="21600"/>
                      <a:pt x="19124" y="21327"/>
                      <a:pt x="18848" y="21053"/>
                    </a:cubicBezTo>
                    <a:cubicBezTo>
                      <a:pt x="14308" y="16678"/>
                      <a:pt x="14308" y="16678"/>
                      <a:pt x="14308" y="16678"/>
                    </a:cubicBezTo>
                    <a:cubicBezTo>
                      <a:pt x="12795" y="17772"/>
                      <a:pt x="11006" y="18182"/>
                      <a:pt x="9080" y="18182"/>
                    </a:cubicBezTo>
                    <a:cubicBezTo>
                      <a:pt x="7842" y="18182"/>
                      <a:pt x="6741" y="18046"/>
                      <a:pt x="5641" y="17499"/>
                    </a:cubicBezTo>
                    <a:cubicBezTo>
                      <a:pt x="4403" y="17089"/>
                      <a:pt x="3439" y="16405"/>
                      <a:pt x="2614" y="15585"/>
                    </a:cubicBezTo>
                    <a:cubicBezTo>
                      <a:pt x="1789" y="14765"/>
                      <a:pt x="1238" y="13808"/>
                      <a:pt x="688" y="12714"/>
                    </a:cubicBezTo>
                    <a:cubicBezTo>
                      <a:pt x="275" y="11620"/>
                      <a:pt x="0" y="10390"/>
                      <a:pt x="0" y="9159"/>
                    </a:cubicBezTo>
                    <a:cubicBezTo>
                      <a:pt x="0" y="7929"/>
                      <a:pt x="275" y="6699"/>
                      <a:pt x="688" y="5605"/>
                    </a:cubicBezTo>
                    <a:cubicBezTo>
                      <a:pt x="1238" y="4511"/>
                      <a:pt x="1789" y="3554"/>
                      <a:pt x="2614" y="2734"/>
                    </a:cubicBezTo>
                    <a:cubicBezTo>
                      <a:pt x="3439" y="1914"/>
                      <a:pt x="4403" y="1230"/>
                      <a:pt x="5641" y="820"/>
                    </a:cubicBezTo>
                    <a:cubicBezTo>
                      <a:pt x="6741" y="273"/>
                      <a:pt x="7842" y="0"/>
                      <a:pt x="9080" y="0"/>
                    </a:cubicBezTo>
                    <a:cubicBezTo>
                      <a:pt x="10318" y="0"/>
                      <a:pt x="11557" y="273"/>
                      <a:pt x="12657" y="820"/>
                    </a:cubicBezTo>
                    <a:cubicBezTo>
                      <a:pt x="13896" y="1230"/>
                      <a:pt x="14859" y="1914"/>
                      <a:pt x="15684" y="2734"/>
                    </a:cubicBezTo>
                    <a:cubicBezTo>
                      <a:pt x="16510" y="3554"/>
                      <a:pt x="17060" y="4511"/>
                      <a:pt x="17610" y="5605"/>
                    </a:cubicBezTo>
                    <a:cubicBezTo>
                      <a:pt x="18023" y="6699"/>
                      <a:pt x="18298" y="7929"/>
                      <a:pt x="18298" y="9159"/>
                    </a:cubicBezTo>
                    <a:cubicBezTo>
                      <a:pt x="18298" y="11073"/>
                      <a:pt x="17748" y="12714"/>
                      <a:pt x="16647" y="14354"/>
                    </a:cubicBezTo>
                    <a:cubicBezTo>
                      <a:pt x="21187" y="18729"/>
                      <a:pt x="21187" y="18729"/>
                      <a:pt x="21187" y="18729"/>
                    </a:cubicBezTo>
                    <a:cubicBezTo>
                      <a:pt x="21462" y="19003"/>
                      <a:pt x="21600" y="19413"/>
                      <a:pt x="21600" y="19959"/>
                    </a:cubicBezTo>
                    <a:close/>
                    <a:moveTo>
                      <a:pt x="13208" y="13261"/>
                    </a:moveTo>
                    <a:cubicBezTo>
                      <a:pt x="14446" y="12167"/>
                      <a:pt x="14996" y="10800"/>
                      <a:pt x="14996" y="9159"/>
                    </a:cubicBezTo>
                    <a:cubicBezTo>
                      <a:pt x="14996" y="7519"/>
                      <a:pt x="14446" y="6152"/>
                      <a:pt x="13208" y="5058"/>
                    </a:cubicBezTo>
                    <a:cubicBezTo>
                      <a:pt x="12107" y="3965"/>
                      <a:pt x="10731" y="3418"/>
                      <a:pt x="9080" y="3418"/>
                    </a:cubicBezTo>
                    <a:cubicBezTo>
                      <a:pt x="7567" y="3418"/>
                      <a:pt x="6191" y="3965"/>
                      <a:pt x="5090" y="5058"/>
                    </a:cubicBezTo>
                    <a:cubicBezTo>
                      <a:pt x="3852" y="6152"/>
                      <a:pt x="3302" y="7519"/>
                      <a:pt x="3302" y="9159"/>
                    </a:cubicBezTo>
                    <a:cubicBezTo>
                      <a:pt x="3302" y="10800"/>
                      <a:pt x="3852" y="12167"/>
                      <a:pt x="5090" y="13261"/>
                    </a:cubicBezTo>
                    <a:cubicBezTo>
                      <a:pt x="6191" y="14354"/>
                      <a:pt x="7567" y="14901"/>
                      <a:pt x="9080" y="14901"/>
                    </a:cubicBezTo>
                    <a:cubicBezTo>
                      <a:pt x="10731" y="14901"/>
                      <a:pt x="12107" y="14354"/>
                      <a:pt x="13208" y="13261"/>
                    </a:cubicBez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lIns="45719" rIns="45719"/>
              <a:lstStyle/>
              <a:p>
                <a:pPr algn="l" defTabSz="914400">
                  <a:defRPr sz="1800" b="0">
                    <a:solidFill>
                      <a:srgbClr val="32363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</p:grpSp>
        <p:cxnSp>
          <p:nvCxnSpPr>
            <p:cNvPr id="6" name="Connecteur droit avec flèche 5">
              <a:extLst>
                <a:ext uri="{FF2B5EF4-FFF2-40B4-BE49-F238E27FC236}">
                  <a16:creationId xmlns:a16="http://schemas.microsoft.com/office/drawing/2014/main" id="{11A2794B-BD90-4514-B35A-E05BCD4423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1387" y="1588575"/>
              <a:ext cx="20133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7EDD8024-4627-42DC-8159-6AFEF29409EF}"/>
                </a:ext>
              </a:extLst>
            </p:cNvPr>
            <p:cNvSpPr txBox="1"/>
            <p:nvPr/>
          </p:nvSpPr>
          <p:spPr>
            <a:xfrm>
              <a:off x="7843705" y="1395367"/>
              <a:ext cx="2072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I. Scrum Method</a:t>
              </a:r>
            </a:p>
          </p:txBody>
        </p:sp>
        <p:cxnSp>
          <p:nvCxnSpPr>
            <p:cNvPr id="8" name="Connecteur : en angle 7">
              <a:extLst>
                <a:ext uri="{FF2B5EF4-FFF2-40B4-BE49-F238E27FC236}">
                  <a16:creationId xmlns:a16="http://schemas.microsoft.com/office/drawing/2014/main" id="{A521D123-53EA-4464-BAA4-479E5FA47DFD}"/>
                </a:ext>
              </a:extLst>
            </p:cNvPr>
            <p:cNvCxnSpPr>
              <a:cxnSpLocks/>
            </p:cNvCxnSpPr>
            <p:nvPr/>
          </p:nvCxnSpPr>
          <p:spPr>
            <a:xfrm>
              <a:off x="9001385" y="1773000"/>
              <a:ext cx="1082182" cy="316038"/>
            </a:xfrm>
            <a:prstGeom prst="bentConnector3">
              <a:avLst>
                <a:gd name="adj1" fmla="val 38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05C45AD4-906B-4664-873B-102977FD417E}"/>
                </a:ext>
              </a:extLst>
            </p:cNvPr>
            <p:cNvSpPr txBox="1"/>
            <p:nvPr/>
          </p:nvSpPr>
          <p:spPr>
            <a:xfrm>
              <a:off x="10310071" y="1935149"/>
              <a:ext cx="15687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Flavien</a:t>
              </a:r>
            </a:p>
          </p:txBody>
        </p:sp>
      </p:grp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BC216ECB-17A4-46BC-9E81-326DF59EA3B1}"/>
              </a:ext>
            </a:extLst>
          </p:cNvPr>
          <p:cNvGrpSpPr/>
          <p:nvPr/>
        </p:nvGrpSpPr>
        <p:grpSpPr>
          <a:xfrm>
            <a:off x="4122003" y="3220818"/>
            <a:ext cx="6904553" cy="808310"/>
            <a:chOff x="5058292" y="2883467"/>
            <a:chExt cx="6904553" cy="808310"/>
          </a:xfrm>
        </p:grpSpPr>
        <p:sp>
          <p:nvSpPr>
            <p:cNvPr id="13" name="Oval 137">
              <a:extLst>
                <a:ext uri="{FF2B5EF4-FFF2-40B4-BE49-F238E27FC236}">
                  <a16:creationId xmlns:a16="http://schemas.microsoft.com/office/drawing/2014/main" id="{CD23DAA0-42F0-4428-B55A-5FBA92DD69D2}"/>
                </a:ext>
              </a:extLst>
            </p:cNvPr>
            <p:cNvSpPr/>
            <p:nvPr/>
          </p:nvSpPr>
          <p:spPr>
            <a:xfrm>
              <a:off x="5058292" y="2883467"/>
              <a:ext cx="392292" cy="392292"/>
            </a:xfrm>
            <a:prstGeom prst="ellipse">
              <a:avLst/>
            </a:prstGeom>
            <a:solidFill>
              <a:schemeClr val="accent4"/>
            </a:solidFill>
            <a:ln w="38100">
              <a:solidFill>
                <a:schemeClr val="bg1"/>
              </a:solidFill>
            </a:ln>
            <a:effectLst>
              <a:outerShdw blurRad="50800" dist="101600" dir="13500000" algn="br" rotWithShape="0">
                <a:prstClr val="black">
                  <a:alpha val="40000"/>
                </a:prstClr>
              </a:outerShdw>
            </a:effectLst>
            <a:scene3d>
              <a:camera prst="orthographicFront"/>
              <a:lightRig rig="threePt" dir="t"/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Connecteur droit avec flèche 13">
              <a:extLst>
                <a:ext uri="{FF2B5EF4-FFF2-40B4-BE49-F238E27FC236}">
                  <a16:creationId xmlns:a16="http://schemas.microsoft.com/office/drawing/2014/main" id="{928AA354-2BDB-412B-B372-FE50BAE44F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1386" y="3062275"/>
              <a:ext cx="20133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5"/>
            </a:lnRef>
            <a:fillRef idx="0">
              <a:schemeClr val="accent5"/>
            </a:fillRef>
            <a:effectRef idx="1">
              <a:schemeClr val="accent5"/>
            </a:effectRef>
            <a:fontRef idx="minor">
              <a:schemeClr val="tx1"/>
            </a:fontRef>
          </p:style>
        </p:cxn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7D401DB2-0B32-4BB8-AAF0-7962733D01C5}"/>
                </a:ext>
              </a:extLst>
            </p:cNvPr>
            <p:cNvSpPr txBox="1"/>
            <p:nvPr/>
          </p:nvSpPr>
          <p:spPr>
            <a:xfrm>
              <a:off x="7843704" y="2925723"/>
              <a:ext cx="207208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II. Our Project</a:t>
              </a:r>
            </a:p>
          </p:txBody>
        </p:sp>
        <p:cxnSp>
          <p:nvCxnSpPr>
            <p:cNvPr id="16" name="Connecteur : en angle 15">
              <a:extLst>
                <a:ext uri="{FF2B5EF4-FFF2-40B4-BE49-F238E27FC236}">
                  <a16:creationId xmlns:a16="http://schemas.microsoft.com/office/drawing/2014/main" id="{34E4FEB3-B984-4C3E-AFAC-25154AB39DD8}"/>
                </a:ext>
              </a:extLst>
            </p:cNvPr>
            <p:cNvCxnSpPr>
              <a:cxnSpLocks/>
            </p:cNvCxnSpPr>
            <p:nvPr/>
          </p:nvCxnSpPr>
          <p:spPr>
            <a:xfrm>
              <a:off x="9012566" y="3256300"/>
              <a:ext cx="1082182" cy="316038"/>
            </a:xfrm>
            <a:prstGeom prst="bentConnector3">
              <a:avLst>
                <a:gd name="adj1" fmla="val 388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E0794906-F487-4D92-88CC-6E413070DEAC}"/>
                </a:ext>
              </a:extLst>
            </p:cNvPr>
            <p:cNvSpPr txBox="1"/>
            <p:nvPr/>
          </p:nvSpPr>
          <p:spPr>
            <a:xfrm>
              <a:off x="10394104" y="3384000"/>
              <a:ext cx="156874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/>
                <a:t>Thibault</a:t>
              </a:r>
            </a:p>
          </p:txBody>
        </p:sp>
      </p:grpSp>
      <p:pic>
        <p:nvPicPr>
          <p:cNvPr id="19" name="Graphique 18" descr="Graphique à barres avec un remplissage uni">
            <a:extLst>
              <a:ext uri="{FF2B5EF4-FFF2-40B4-BE49-F238E27FC236}">
                <a16:creationId xmlns:a16="http://schemas.microsoft.com/office/drawing/2014/main" id="{7AAD7624-1FBF-4388-A26E-2C082B105D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62157" y="3250983"/>
            <a:ext cx="297286" cy="297286"/>
          </a:xfrm>
          <a:prstGeom prst="rect">
            <a:avLst/>
          </a:prstGeom>
        </p:spPr>
      </p:pic>
      <p:grpSp>
        <p:nvGrpSpPr>
          <p:cNvPr id="28" name="Groupe 27">
            <a:extLst>
              <a:ext uri="{FF2B5EF4-FFF2-40B4-BE49-F238E27FC236}">
                <a16:creationId xmlns:a16="http://schemas.microsoft.com/office/drawing/2014/main" id="{26286ED6-A775-4F75-95F3-84244203C9EB}"/>
              </a:ext>
            </a:extLst>
          </p:cNvPr>
          <p:cNvGrpSpPr/>
          <p:nvPr/>
        </p:nvGrpSpPr>
        <p:grpSpPr>
          <a:xfrm>
            <a:off x="4162157" y="4849088"/>
            <a:ext cx="6953326" cy="841088"/>
            <a:chOff x="4073230" y="4645960"/>
            <a:chExt cx="6953326" cy="841088"/>
          </a:xfrm>
        </p:grpSpPr>
        <p:grpSp>
          <p:nvGrpSpPr>
            <p:cNvPr id="27" name="Groupe 26">
              <a:extLst>
                <a:ext uri="{FF2B5EF4-FFF2-40B4-BE49-F238E27FC236}">
                  <a16:creationId xmlns:a16="http://schemas.microsoft.com/office/drawing/2014/main" id="{102EBDF6-137C-42A5-940D-CB52E4E0ACEE}"/>
                </a:ext>
              </a:extLst>
            </p:cNvPr>
            <p:cNvGrpSpPr/>
            <p:nvPr/>
          </p:nvGrpSpPr>
          <p:grpSpPr>
            <a:xfrm>
              <a:off x="4073230" y="4645960"/>
              <a:ext cx="5232569" cy="687200"/>
              <a:chOff x="4073230" y="4645960"/>
              <a:chExt cx="5232569" cy="687200"/>
            </a:xfrm>
          </p:grpSpPr>
          <p:sp>
            <p:nvSpPr>
              <p:cNvPr id="25" name="Oval 137">
                <a:extLst>
                  <a:ext uri="{FF2B5EF4-FFF2-40B4-BE49-F238E27FC236}">
                    <a16:creationId xmlns:a16="http://schemas.microsoft.com/office/drawing/2014/main" id="{CAE47278-50CF-435C-BE6F-18C415684470}"/>
                  </a:ext>
                </a:extLst>
              </p:cNvPr>
              <p:cNvSpPr/>
              <p:nvPr/>
            </p:nvSpPr>
            <p:spPr>
              <a:xfrm>
                <a:off x="4073230" y="4645960"/>
                <a:ext cx="392292" cy="392292"/>
              </a:xfrm>
              <a:prstGeom prst="ellipse">
                <a:avLst/>
              </a:prstGeom>
              <a:solidFill>
                <a:schemeClr val="accent4"/>
              </a:solidFill>
              <a:ln w="38100">
                <a:solidFill>
                  <a:schemeClr val="bg1"/>
                </a:solidFill>
              </a:ln>
              <a:effectLst>
                <a:outerShdw blurRad="50800" dist="101600" dir="13500000" algn="br" rotWithShape="0">
                  <a:prstClr val="black">
                    <a:alpha val="4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D9B5B5AD-39DB-4C54-B963-E7EE3F291AC0}"/>
                  </a:ext>
                </a:extLst>
              </p:cNvPr>
              <p:cNvGrpSpPr/>
              <p:nvPr/>
            </p:nvGrpSpPr>
            <p:grpSpPr>
              <a:xfrm>
                <a:off x="4140498" y="4667086"/>
                <a:ext cx="5165301" cy="666074"/>
                <a:chOff x="5144770" y="4394791"/>
                <a:chExt cx="5165301" cy="666074"/>
              </a:xfrm>
            </p:grpSpPr>
            <p:cxnSp>
              <p:nvCxnSpPr>
                <p:cNvPr id="21" name="Connecteur droit avec flèche 20">
                  <a:extLst>
                    <a:ext uri="{FF2B5EF4-FFF2-40B4-BE49-F238E27FC236}">
                      <a16:creationId xmlns:a16="http://schemas.microsoft.com/office/drawing/2014/main" id="{D418D2C8-0520-49ED-8D3B-1BEFED959B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651386" y="4548680"/>
                  <a:ext cx="2013355" cy="0"/>
                </a:xfrm>
                <a:prstGeom prst="straightConnector1">
                  <a:avLst/>
                </a:prstGeom>
                <a:ln>
                  <a:tailEnd type="triangle"/>
                </a:ln>
              </p:spPr>
              <p:style>
                <a:lnRef idx="2">
                  <a:schemeClr val="accent5"/>
                </a:lnRef>
                <a:fillRef idx="0">
                  <a:schemeClr val="accent5"/>
                </a:fillRef>
                <a:effectRef idx="1">
                  <a:schemeClr val="accent5"/>
                </a:effectRef>
                <a:fontRef idx="minor">
                  <a:schemeClr val="tx1"/>
                </a:fontRef>
              </p:style>
            </p:cxnSp>
            <p:sp>
              <p:nvSpPr>
                <p:cNvPr id="22" name="ZoneTexte 21">
                  <a:extLst>
                    <a:ext uri="{FF2B5EF4-FFF2-40B4-BE49-F238E27FC236}">
                      <a16:creationId xmlns:a16="http://schemas.microsoft.com/office/drawing/2014/main" id="{AFD987B0-EAEA-4FFD-A26F-04971E20F6D0}"/>
                    </a:ext>
                  </a:extLst>
                </p:cNvPr>
                <p:cNvSpPr txBox="1"/>
                <p:nvPr/>
              </p:nvSpPr>
              <p:spPr>
                <a:xfrm>
                  <a:off x="7843705" y="4394791"/>
                  <a:ext cx="2466366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fr-FR"/>
                    <a:t>III. </a:t>
                  </a:r>
                  <a:r>
                    <a:rPr lang="fr-FR" err="1"/>
                    <a:t>Problems</a:t>
                  </a:r>
                  <a:r>
                    <a:rPr lang="fr-FR"/>
                    <a:t> and projections</a:t>
                  </a:r>
                </a:p>
              </p:txBody>
            </p:sp>
            <p:pic>
              <p:nvPicPr>
                <p:cNvPr id="23" name="Graphique 22" descr="Point d’interrogation avec un remplissage uni">
                  <a:extLst>
                    <a:ext uri="{FF2B5EF4-FFF2-40B4-BE49-F238E27FC236}">
                      <a16:creationId xmlns:a16="http://schemas.microsoft.com/office/drawing/2014/main" id="{4E445FAB-E9AC-4ABC-9750-8FFDAECA6D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144770" y="4427376"/>
                  <a:ext cx="284870" cy="284870"/>
                </a:xfrm>
                <a:prstGeom prst="rect">
                  <a:avLst/>
                </a:prstGeom>
              </p:spPr>
            </p:pic>
            <p:cxnSp>
              <p:nvCxnSpPr>
                <p:cNvPr id="24" name="Connecteur : en angle 23">
                  <a:extLst>
                    <a:ext uri="{FF2B5EF4-FFF2-40B4-BE49-F238E27FC236}">
                      <a16:creationId xmlns:a16="http://schemas.microsoft.com/office/drawing/2014/main" id="{6B5878A6-29AC-4BA9-BEA7-F7379BD626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9001385" y="4744827"/>
                  <a:ext cx="1082182" cy="316038"/>
                </a:xfrm>
                <a:prstGeom prst="bentConnector3">
                  <a:avLst>
                    <a:gd name="adj1" fmla="val 388"/>
                  </a:avLst>
                </a:prstGeom>
                <a:ln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5D38A266-CECE-4A8F-B6D4-B62C37F507EA}"/>
                </a:ext>
              </a:extLst>
            </p:cNvPr>
            <p:cNvSpPr txBox="1"/>
            <p:nvPr/>
          </p:nvSpPr>
          <p:spPr>
            <a:xfrm>
              <a:off x="9457815" y="5179271"/>
              <a:ext cx="1568741" cy="307777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r>
                <a:rPr lang="fr-FR"/>
                <a:t>Paul</a:t>
              </a:r>
            </a:p>
          </p:txBody>
        </p:sp>
      </p:grpSp>
      <p:pic>
        <p:nvPicPr>
          <p:cNvPr id="31" name="Graphique 30" descr="Ordinateur portable avec téléphone et calculatrice">
            <a:extLst>
              <a:ext uri="{FF2B5EF4-FFF2-40B4-BE49-F238E27FC236}">
                <a16:creationId xmlns:a16="http://schemas.microsoft.com/office/drawing/2014/main" id="{7633CFC3-8D4A-4ADC-BD50-2441E24B9F2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202314" y="1110874"/>
            <a:ext cx="4219887" cy="4219887"/>
          </a:xfrm>
          <a:prstGeom prst="rect">
            <a:avLst/>
          </a:prstGeom>
        </p:spPr>
      </p:pic>
      <p:sp>
        <p:nvSpPr>
          <p:cNvPr id="32" name="ZoneTexte 31">
            <a:extLst>
              <a:ext uri="{FF2B5EF4-FFF2-40B4-BE49-F238E27FC236}">
                <a16:creationId xmlns:a16="http://schemas.microsoft.com/office/drawing/2014/main" id="{C3AAFEF6-0B81-4FB5-A48B-1B1D32700150}"/>
              </a:ext>
            </a:extLst>
          </p:cNvPr>
          <p:cNvSpPr txBox="1"/>
          <p:nvPr/>
        </p:nvSpPr>
        <p:spPr>
          <a:xfrm>
            <a:off x="4554449" y="226977"/>
            <a:ext cx="21949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/>
              <a:t>Course of action</a:t>
            </a:r>
          </a:p>
        </p:txBody>
      </p:sp>
    </p:spTree>
    <p:extLst>
      <p:ext uri="{BB962C8B-B14F-4D97-AF65-F5344CB8AC3E}">
        <p14:creationId xmlns:p14="http://schemas.microsoft.com/office/powerpoint/2010/main" val="3628327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e 17">
            <a:extLst>
              <a:ext uri="{FF2B5EF4-FFF2-40B4-BE49-F238E27FC236}">
                <a16:creationId xmlns:a16="http://schemas.microsoft.com/office/drawing/2014/main" id="{27285CFC-C6B8-4344-8251-1B6ABB195428}"/>
              </a:ext>
            </a:extLst>
          </p:cNvPr>
          <p:cNvGrpSpPr/>
          <p:nvPr/>
        </p:nvGrpSpPr>
        <p:grpSpPr>
          <a:xfrm>
            <a:off x="0" y="3"/>
            <a:ext cx="12192000" cy="1092094"/>
            <a:chOff x="0" y="3"/>
            <a:chExt cx="12192000" cy="1092094"/>
          </a:xfrm>
        </p:grpSpPr>
        <p:sp>
          <p:nvSpPr>
            <p:cNvPr id="4" name="Rectangle : coins arrondis 3">
              <a:extLst>
                <a:ext uri="{FF2B5EF4-FFF2-40B4-BE49-F238E27FC236}">
                  <a16:creationId xmlns:a16="http://schemas.microsoft.com/office/drawing/2014/main" id="{B80600A6-5716-45DB-9ABF-66E64ED7C5CC}"/>
                </a:ext>
              </a:extLst>
            </p:cNvPr>
            <p:cNvSpPr/>
            <p:nvPr/>
          </p:nvSpPr>
          <p:spPr>
            <a:xfrm rot="5400000">
              <a:off x="5549953" y="-5549950"/>
              <a:ext cx="1092094" cy="12192000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C80FEC8C-07E3-4CA7-98D8-F2EA6172B31E}"/>
                </a:ext>
              </a:extLst>
            </p:cNvPr>
            <p:cNvSpPr txBox="1"/>
            <p:nvPr/>
          </p:nvSpPr>
          <p:spPr>
            <a:xfrm>
              <a:off x="335557" y="345995"/>
              <a:ext cx="20720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u="sng">
                  <a:solidFill>
                    <a:schemeClr val="tx2"/>
                  </a:solidFill>
                </a:rPr>
                <a:t>I. Scrum Method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226E4C89-751C-4A73-8286-1F3775C9495C}"/>
                </a:ext>
              </a:extLst>
            </p:cNvPr>
            <p:cNvSpPr txBox="1"/>
            <p:nvPr/>
          </p:nvSpPr>
          <p:spPr>
            <a:xfrm>
              <a:off x="5062679" y="345995"/>
              <a:ext cx="20720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>
                  <a:solidFill>
                    <a:srgbClr val="F8F8F8"/>
                  </a:solidFill>
                </a:rPr>
                <a:t>II. Our Project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C1B4C4EC-35B3-4A20-A045-4056C26204B0}"/>
                </a:ext>
              </a:extLst>
            </p:cNvPr>
            <p:cNvSpPr txBox="1"/>
            <p:nvPr/>
          </p:nvSpPr>
          <p:spPr>
            <a:xfrm>
              <a:off x="8506433" y="345995"/>
              <a:ext cx="3422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>
                  <a:solidFill>
                    <a:srgbClr val="F8F8F8"/>
                  </a:solidFill>
                </a:rPr>
                <a:t>III. </a:t>
              </a:r>
              <a:r>
                <a:rPr lang="fr-FR" sz="2000" err="1">
                  <a:solidFill>
                    <a:srgbClr val="F8F8F8"/>
                  </a:solidFill>
                </a:rPr>
                <a:t>Problems</a:t>
              </a:r>
              <a:r>
                <a:rPr lang="fr-FR" sz="2000">
                  <a:solidFill>
                    <a:srgbClr val="F8F8F8"/>
                  </a:solidFill>
                </a:rPr>
                <a:t> and projections</a:t>
              </a:r>
            </a:p>
          </p:txBody>
        </p:sp>
      </p:grpSp>
      <p:sp>
        <p:nvSpPr>
          <p:cNvPr id="19" name="ZoneTexte 18">
            <a:extLst>
              <a:ext uri="{FF2B5EF4-FFF2-40B4-BE49-F238E27FC236}">
                <a16:creationId xmlns:a16="http://schemas.microsoft.com/office/drawing/2014/main" id="{205DEF83-B553-4908-9D06-DACE8A1D149C}"/>
              </a:ext>
            </a:extLst>
          </p:cNvPr>
          <p:cNvSpPr txBox="1"/>
          <p:nvPr/>
        </p:nvSpPr>
        <p:spPr>
          <a:xfrm>
            <a:off x="5534170" y="1316972"/>
            <a:ext cx="1137707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 sz="2000">
                <a:solidFill>
                  <a:schemeClr val="accent2"/>
                </a:solidFill>
              </a:rPr>
              <a:t>Persona</a:t>
            </a:r>
            <a:endParaRPr lang="fr-FR">
              <a:solidFill>
                <a:schemeClr val="accent2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6BAC3B-5608-4108-A7C3-6066ABBC52AC}"/>
              </a:ext>
            </a:extLst>
          </p:cNvPr>
          <p:cNvSpPr txBox="1"/>
          <p:nvPr/>
        </p:nvSpPr>
        <p:spPr>
          <a:xfrm>
            <a:off x="64445" y="1208965"/>
            <a:ext cx="1431524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dirty="0">
                <a:hlinkClick r:id="rId2"/>
              </a:rPr>
              <a:t>Link of trello</a:t>
            </a:r>
            <a:endParaRPr lang="fr-FR" dirty="0"/>
          </a:p>
        </p:txBody>
      </p:sp>
      <p:pic>
        <p:nvPicPr>
          <p:cNvPr id="2" name="Image 2">
            <a:extLst>
              <a:ext uri="{FF2B5EF4-FFF2-40B4-BE49-F238E27FC236}">
                <a16:creationId xmlns:a16="http://schemas.microsoft.com/office/drawing/2014/main" id="{D541C6EC-FB6E-AB4B-A26D-7E7A6DEABE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686" y="2500649"/>
            <a:ext cx="2344058" cy="3153917"/>
          </a:xfrm>
          <a:prstGeom prst="rect">
            <a:avLst/>
          </a:prstGeom>
        </p:spPr>
      </p:pic>
      <p:pic>
        <p:nvPicPr>
          <p:cNvPr id="3" name="Image 4">
            <a:extLst>
              <a:ext uri="{FF2B5EF4-FFF2-40B4-BE49-F238E27FC236}">
                <a16:creationId xmlns:a16="http://schemas.microsoft.com/office/drawing/2014/main" id="{08D5D59E-8F78-F2F4-B0C4-05AD6DAB11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9542" y="2496536"/>
            <a:ext cx="2344057" cy="3144000"/>
          </a:xfrm>
          <a:prstGeom prst="rect">
            <a:avLst/>
          </a:prstGeom>
        </p:spPr>
      </p:pic>
      <p:pic>
        <p:nvPicPr>
          <p:cNvPr id="5" name="Image 8">
            <a:extLst>
              <a:ext uri="{FF2B5EF4-FFF2-40B4-BE49-F238E27FC236}">
                <a16:creationId xmlns:a16="http://schemas.microsoft.com/office/drawing/2014/main" id="{395FADBB-3797-16F2-ABA4-3FA222A66C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4901" y="2442107"/>
            <a:ext cx="2371272" cy="319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87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48">
            <a:extLst>
              <a:ext uri="{FF2B5EF4-FFF2-40B4-BE49-F238E27FC236}">
                <a16:creationId xmlns:a16="http://schemas.microsoft.com/office/drawing/2014/main" id="{39B99560-E39D-4F4B-A453-2387EE425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213" y="1696954"/>
            <a:ext cx="4105031" cy="4249067"/>
          </a:xfrm>
          <a:prstGeom prst="rect">
            <a:avLst/>
          </a:prstGeom>
        </p:spPr>
      </p:pic>
      <p:grpSp>
        <p:nvGrpSpPr>
          <p:cNvPr id="6" name="Groupe 5">
            <a:extLst>
              <a:ext uri="{FF2B5EF4-FFF2-40B4-BE49-F238E27FC236}">
                <a16:creationId xmlns:a16="http://schemas.microsoft.com/office/drawing/2014/main" id="{50B46D5D-1781-4307-A997-A7E590EA387A}"/>
              </a:ext>
            </a:extLst>
          </p:cNvPr>
          <p:cNvGrpSpPr/>
          <p:nvPr/>
        </p:nvGrpSpPr>
        <p:grpSpPr>
          <a:xfrm>
            <a:off x="0" y="3"/>
            <a:ext cx="12192000" cy="1092094"/>
            <a:chOff x="0" y="3"/>
            <a:chExt cx="12192000" cy="1092094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8187E0FC-A726-48A3-A07C-2F31085B3143}"/>
                </a:ext>
              </a:extLst>
            </p:cNvPr>
            <p:cNvSpPr/>
            <p:nvPr/>
          </p:nvSpPr>
          <p:spPr>
            <a:xfrm rot="5400000">
              <a:off x="5549953" y="-5549950"/>
              <a:ext cx="1092094" cy="12192000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E9803310-4FE2-4311-BA11-F6D31B6348D5}"/>
                </a:ext>
              </a:extLst>
            </p:cNvPr>
            <p:cNvSpPr txBox="1"/>
            <p:nvPr/>
          </p:nvSpPr>
          <p:spPr>
            <a:xfrm>
              <a:off x="335557" y="345995"/>
              <a:ext cx="20720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>
                  <a:solidFill>
                    <a:srgbClr val="F8F8F8"/>
                  </a:solidFill>
                </a:rPr>
                <a:t>I. Scrum Method</a:t>
              </a:r>
            </a:p>
          </p:txBody>
        </p:sp>
        <p:sp>
          <p:nvSpPr>
            <p:cNvPr id="9" name="ZoneTexte 8">
              <a:extLst>
                <a:ext uri="{FF2B5EF4-FFF2-40B4-BE49-F238E27FC236}">
                  <a16:creationId xmlns:a16="http://schemas.microsoft.com/office/drawing/2014/main" id="{73F97A4B-7636-4592-98E9-E397B3249625}"/>
                </a:ext>
              </a:extLst>
            </p:cNvPr>
            <p:cNvSpPr txBox="1"/>
            <p:nvPr/>
          </p:nvSpPr>
          <p:spPr>
            <a:xfrm>
              <a:off x="5062679" y="345995"/>
              <a:ext cx="20720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u="sng">
                  <a:solidFill>
                    <a:schemeClr val="tx2"/>
                  </a:solidFill>
                </a:rPr>
                <a:t>II. Our Project</a:t>
              </a:r>
            </a:p>
          </p:txBody>
        </p: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156DB5A2-BD69-40BC-A815-B210939A6499}"/>
                </a:ext>
              </a:extLst>
            </p:cNvPr>
            <p:cNvSpPr txBox="1"/>
            <p:nvPr/>
          </p:nvSpPr>
          <p:spPr>
            <a:xfrm>
              <a:off x="8506433" y="345995"/>
              <a:ext cx="3422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>
                  <a:solidFill>
                    <a:srgbClr val="F8F8F8"/>
                  </a:solidFill>
                </a:rPr>
                <a:t>III. </a:t>
              </a:r>
              <a:r>
                <a:rPr lang="fr-FR" sz="2000" err="1">
                  <a:solidFill>
                    <a:srgbClr val="F8F8F8"/>
                  </a:solidFill>
                </a:rPr>
                <a:t>Problems</a:t>
              </a:r>
              <a:r>
                <a:rPr lang="fr-FR" sz="2000">
                  <a:solidFill>
                    <a:srgbClr val="F8F8F8"/>
                  </a:solidFill>
                </a:rPr>
                <a:t> and projections</a:t>
              </a:r>
            </a:p>
          </p:txBody>
        </p:sp>
      </p:grpSp>
      <p:pic>
        <p:nvPicPr>
          <p:cNvPr id="14" name="Image 13">
            <a:extLst>
              <a:ext uri="{FF2B5EF4-FFF2-40B4-BE49-F238E27FC236}">
                <a16:creationId xmlns:a16="http://schemas.microsoft.com/office/drawing/2014/main" id="{6C0670EE-A9AE-444B-B33C-C90C71934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1872" y="4186856"/>
            <a:ext cx="5788554" cy="2811034"/>
          </a:xfrm>
          <a:prstGeom prst="rect">
            <a:avLst/>
          </a:prstGeom>
        </p:spPr>
      </p:pic>
      <p:sp>
        <p:nvSpPr>
          <p:cNvPr id="18" name="ZoneTexte 17">
            <a:extLst>
              <a:ext uri="{FF2B5EF4-FFF2-40B4-BE49-F238E27FC236}">
                <a16:creationId xmlns:a16="http://schemas.microsoft.com/office/drawing/2014/main" id="{C6385E47-05EE-41E9-B792-2CC9CDBCD6E9}"/>
              </a:ext>
            </a:extLst>
          </p:cNvPr>
          <p:cNvSpPr txBox="1"/>
          <p:nvPr/>
        </p:nvSpPr>
        <p:spPr>
          <a:xfrm>
            <a:off x="1371597" y="1389177"/>
            <a:ext cx="1503578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fr-FR"/>
              <a:t>Interface </a:t>
            </a:r>
            <a:r>
              <a:rPr lang="fr-FR" err="1"/>
              <a:t>Tkinter</a:t>
            </a:r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9E48561-9E59-4A92-BA78-7ED1314CDCFD}"/>
              </a:ext>
            </a:extLst>
          </p:cNvPr>
          <p:cNvSpPr txBox="1"/>
          <p:nvPr/>
        </p:nvSpPr>
        <p:spPr>
          <a:xfrm>
            <a:off x="6698510" y="4304601"/>
            <a:ext cx="3140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Distribution of internships by training</a:t>
            </a:r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1E24823E-F460-B8AB-E591-9FA979486639}"/>
              </a:ext>
            </a:extLst>
          </p:cNvPr>
          <p:cNvSpPr txBox="1"/>
          <p:nvPr/>
        </p:nvSpPr>
        <p:spPr>
          <a:xfrm>
            <a:off x="4348257" y="2301812"/>
            <a:ext cx="2074526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World map with </a:t>
            </a:r>
          </a:p>
          <a:p>
            <a:r>
              <a:rPr lang="en-US"/>
              <a:t>number of internships</a:t>
            </a:r>
          </a:p>
          <a:p>
            <a:r>
              <a:rPr lang="en-US"/>
              <a:t>per country</a:t>
            </a:r>
            <a:endParaRPr lang="fr-FR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2AEF738B-5408-48E3-FFCB-35B6286E3B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012" y="1217899"/>
            <a:ext cx="5719414" cy="2909298"/>
          </a:xfrm>
          <a:prstGeom prst="rect">
            <a:avLst/>
          </a:prstGeom>
        </p:spPr>
      </p:pic>
      <p:cxnSp>
        <p:nvCxnSpPr>
          <p:cNvPr id="25" name="Connecteur : en angle 24">
            <a:extLst>
              <a:ext uri="{FF2B5EF4-FFF2-40B4-BE49-F238E27FC236}">
                <a16:creationId xmlns:a16="http://schemas.microsoft.com/office/drawing/2014/main" id="{2F068E86-3FC0-E336-D3DB-F3C0F81004CE}"/>
              </a:ext>
            </a:extLst>
          </p:cNvPr>
          <p:cNvCxnSpPr>
            <a:cxnSpLocks/>
          </p:cNvCxnSpPr>
          <p:nvPr/>
        </p:nvCxnSpPr>
        <p:spPr>
          <a:xfrm>
            <a:off x="5011515" y="3024913"/>
            <a:ext cx="1489903" cy="150443"/>
          </a:xfrm>
          <a:prstGeom prst="bentConnector3">
            <a:avLst>
              <a:gd name="adj1" fmla="val 16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8400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e 3">
            <a:extLst>
              <a:ext uri="{FF2B5EF4-FFF2-40B4-BE49-F238E27FC236}">
                <a16:creationId xmlns:a16="http://schemas.microsoft.com/office/drawing/2014/main" id="{3CB2C4DC-3BA2-4562-88EF-4B7F2FBE8A54}"/>
              </a:ext>
            </a:extLst>
          </p:cNvPr>
          <p:cNvGrpSpPr/>
          <p:nvPr/>
        </p:nvGrpSpPr>
        <p:grpSpPr>
          <a:xfrm>
            <a:off x="0" y="3"/>
            <a:ext cx="12192000" cy="1092094"/>
            <a:chOff x="0" y="3"/>
            <a:chExt cx="12192000" cy="1092094"/>
          </a:xfrm>
        </p:grpSpPr>
        <p:sp>
          <p:nvSpPr>
            <p:cNvPr id="5" name="Rectangle : coins arrondis 4">
              <a:extLst>
                <a:ext uri="{FF2B5EF4-FFF2-40B4-BE49-F238E27FC236}">
                  <a16:creationId xmlns:a16="http://schemas.microsoft.com/office/drawing/2014/main" id="{3AEF2089-ECC6-40E6-89D1-2CAD73E837AC}"/>
                </a:ext>
              </a:extLst>
            </p:cNvPr>
            <p:cNvSpPr/>
            <p:nvPr/>
          </p:nvSpPr>
          <p:spPr>
            <a:xfrm rot="5400000">
              <a:off x="5549953" y="-5549950"/>
              <a:ext cx="1092094" cy="12192000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6" name="ZoneTexte 5">
              <a:extLst>
                <a:ext uri="{FF2B5EF4-FFF2-40B4-BE49-F238E27FC236}">
                  <a16:creationId xmlns:a16="http://schemas.microsoft.com/office/drawing/2014/main" id="{6C8E7C0F-F1C6-4420-AFD5-74C64B1F3477}"/>
                </a:ext>
              </a:extLst>
            </p:cNvPr>
            <p:cNvSpPr txBox="1"/>
            <p:nvPr/>
          </p:nvSpPr>
          <p:spPr>
            <a:xfrm>
              <a:off x="335557" y="345995"/>
              <a:ext cx="20720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>
                  <a:solidFill>
                    <a:srgbClr val="F8F8F8"/>
                  </a:solidFill>
                </a:rPr>
                <a:t>I. Scrum Method</a:t>
              </a:r>
            </a:p>
          </p:txBody>
        </p: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AE8C9171-4BEF-463D-9599-EF12CF80D35A}"/>
                </a:ext>
              </a:extLst>
            </p:cNvPr>
            <p:cNvSpPr txBox="1"/>
            <p:nvPr/>
          </p:nvSpPr>
          <p:spPr>
            <a:xfrm>
              <a:off x="4882205" y="345995"/>
              <a:ext cx="207208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>
                  <a:solidFill>
                    <a:srgbClr val="F8F8F8"/>
                  </a:solidFill>
                </a:rPr>
                <a:t>II. Our Project</a:t>
              </a:r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81D3C9B0-D544-4C89-915E-2F91BB2EE6F0}"/>
                </a:ext>
              </a:extLst>
            </p:cNvPr>
            <p:cNvSpPr txBox="1"/>
            <p:nvPr/>
          </p:nvSpPr>
          <p:spPr>
            <a:xfrm>
              <a:off x="8506433" y="345995"/>
              <a:ext cx="34227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2000" u="sng">
                  <a:solidFill>
                    <a:schemeClr val="tx2"/>
                  </a:solidFill>
                </a:rPr>
                <a:t>III. </a:t>
              </a:r>
              <a:r>
                <a:rPr lang="fr-FR" sz="2000" u="sng" err="1">
                  <a:solidFill>
                    <a:schemeClr val="tx2"/>
                  </a:solidFill>
                </a:rPr>
                <a:t>Problems</a:t>
              </a:r>
              <a:r>
                <a:rPr lang="fr-FR" sz="2000" u="sng">
                  <a:solidFill>
                    <a:schemeClr val="tx2"/>
                  </a:solidFill>
                </a:rPr>
                <a:t> and projections</a:t>
              </a:r>
            </a:p>
          </p:txBody>
        </p:sp>
      </p:grpSp>
      <p:pic>
        <p:nvPicPr>
          <p:cNvPr id="2" name="Image 2" descr="Une image contenant carte&#10;&#10;Description générée automatiquement">
            <a:extLst>
              <a:ext uri="{FF2B5EF4-FFF2-40B4-BE49-F238E27FC236}">
                <a16:creationId xmlns:a16="http://schemas.microsoft.com/office/drawing/2014/main" id="{F0412D1B-5CDA-441B-EB54-5CE8E1B36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29" y="1461417"/>
            <a:ext cx="5428342" cy="2656093"/>
          </a:xfrm>
          <a:prstGeom prst="rect">
            <a:avLst/>
          </a:prstGeom>
        </p:spPr>
      </p:pic>
      <p:pic>
        <p:nvPicPr>
          <p:cNvPr id="3" name="Graphique 8" descr="Livre ouvert contour">
            <a:extLst>
              <a:ext uri="{FF2B5EF4-FFF2-40B4-BE49-F238E27FC236}">
                <a16:creationId xmlns:a16="http://schemas.microsoft.com/office/drawing/2014/main" id="{6BE130FB-2C64-EB28-899C-BE400B324A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015" y="4831443"/>
            <a:ext cx="2030184" cy="2030184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84C24999-B4EB-C33E-C999-54DEA6706392}"/>
              </a:ext>
            </a:extLst>
          </p:cNvPr>
          <p:cNvSpPr txBox="1"/>
          <p:nvPr/>
        </p:nvSpPr>
        <p:spPr>
          <a:xfrm>
            <a:off x="332700" y="5459185"/>
            <a:ext cx="1346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 dirty="0">
                <a:solidFill>
                  <a:schemeClr val="accent2"/>
                </a:solidFill>
                <a:latin typeface="Times New Roman"/>
              </a:rPr>
              <a:t>User </a:t>
            </a:r>
          </a:p>
          <a:p>
            <a:pPr algn="ctr"/>
            <a:r>
              <a:rPr lang="fr-FR" sz="1200" dirty="0">
                <a:solidFill>
                  <a:schemeClr val="accent2"/>
                </a:solidFill>
                <a:latin typeface="Times New Roman"/>
              </a:rPr>
              <a:t>Manual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63ACF24-7DDC-F029-9A5B-2F078A89DC35}"/>
              </a:ext>
            </a:extLst>
          </p:cNvPr>
          <p:cNvSpPr txBox="1"/>
          <p:nvPr/>
        </p:nvSpPr>
        <p:spPr>
          <a:xfrm>
            <a:off x="2727798" y="5473703"/>
            <a:ext cx="1346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fr-FR" sz="1200" dirty="0">
                <a:solidFill>
                  <a:schemeClr val="accent2"/>
                </a:solidFill>
                <a:latin typeface="Times New Roman"/>
              </a:rPr>
              <a:t>Technical </a:t>
            </a:r>
          </a:p>
          <a:p>
            <a:pPr algn="ctr"/>
            <a:r>
              <a:rPr lang="fr-FR" sz="1200" dirty="0">
                <a:solidFill>
                  <a:schemeClr val="accent2"/>
                </a:solidFill>
                <a:latin typeface="Times New Roman"/>
              </a:rPr>
              <a:t>Manua</a:t>
            </a:r>
            <a:r>
              <a:rPr lang="fr-FR" sz="1200" dirty="0">
                <a:solidFill>
                  <a:schemeClr val="accent2"/>
                </a:solidFill>
              </a:rPr>
              <a:t>l</a:t>
            </a:r>
          </a:p>
        </p:txBody>
      </p:sp>
      <p:pic>
        <p:nvPicPr>
          <p:cNvPr id="12" name="Graphique 8" descr="Livre ouvert contour">
            <a:extLst>
              <a:ext uri="{FF2B5EF4-FFF2-40B4-BE49-F238E27FC236}">
                <a16:creationId xmlns:a16="http://schemas.microsoft.com/office/drawing/2014/main" id="{0FFF5A10-3250-D849-C815-B8A2484ADB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99657" y="4831442"/>
            <a:ext cx="2030184" cy="2030184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B9E4B0A-A509-4A04-BB09-A3FC02335B37}"/>
              </a:ext>
            </a:extLst>
          </p:cNvPr>
          <p:cNvSpPr txBox="1"/>
          <p:nvPr/>
        </p:nvSpPr>
        <p:spPr>
          <a:xfrm>
            <a:off x="2575369" y="1092097"/>
            <a:ext cx="14327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err="1">
                <a:solidFill>
                  <a:schemeClr val="accent2"/>
                </a:solidFill>
              </a:rPr>
              <a:t>Problems</a:t>
            </a:r>
            <a:endParaRPr lang="fr-FR" sz="2000">
              <a:solidFill>
                <a:schemeClr val="accent2"/>
              </a:solidFill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21B84B-D42F-44A9-9B97-DBF637952254}"/>
              </a:ext>
            </a:extLst>
          </p:cNvPr>
          <p:cNvSpPr txBox="1"/>
          <p:nvPr/>
        </p:nvSpPr>
        <p:spPr>
          <a:xfrm>
            <a:off x="5917447" y="5259128"/>
            <a:ext cx="15447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>
                <a:solidFill>
                  <a:schemeClr val="accent2"/>
                </a:solidFill>
              </a:rPr>
              <a:t>Projections</a:t>
            </a:r>
          </a:p>
        </p:txBody>
      </p:sp>
      <p:cxnSp>
        <p:nvCxnSpPr>
          <p:cNvPr id="21" name="Connecteur : en angle 20">
            <a:extLst>
              <a:ext uri="{FF2B5EF4-FFF2-40B4-BE49-F238E27FC236}">
                <a16:creationId xmlns:a16="http://schemas.microsoft.com/office/drawing/2014/main" id="{5E0BF138-14E6-417F-9306-95A200BB8554}"/>
              </a:ext>
            </a:extLst>
          </p:cNvPr>
          <p:cNvCxnSpPr>
            <a:cxnSpLocks/>
            <a:stCxn id="14" idx="2"/>
            <a:endCxn id="12" idx="3"/>
          </p:cNvCxnSpPr>
          <p:nvPr/>
        </p:nvCxnSpPr>
        <p:spPr>
          <a:xfrm rot="5400000">
            <a:off x="5616175" y="4772905"/>
            <a:ext cx="187296" cy="195996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 16">
            <a:extLst>
              <a:ext uri="{FF2B5EF4-FFF2-40B4-BE49-F238E27FC236}">
                <a16:creationId xmlns:a16="http://schemas.microsoft.com/office/drawing/2014/main" id="{02148172-B8F5-CE51-93F4-536544C87B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3711" y="1159122"/>
            <a:ext cx="3949447" cy="5352883"/>
          </a:xfrm>
          <a:prstGeom prst="rect">
            <a:avLst/>
          </a:prstGeom>
        </p:spPr>
      </p:pic>
      <p:cxnSp>
        <p:nvCxnSpPr>
          <p:cNvPr id="16" name="Connecteur : en angle 15">
            <a:extLst>
              <a:ext uri="{FF2B5EF4-FFF2-40B4-BE49-F238E27FC236}">
                <a16:creationId xmlns:a16="http://schemas.microsoft.com/office/drawing/2014/main" id="{BC89FB76-3A29-4BEA-BE19-DC5035129000}"/>
              </a:ext>
            </a:extLst>
          </p:cNvPr>
          <p:cNvCxnSpPr>
            <a:cxnSpLocks/>
          </p:cNvCxnSpPr>
          <p:nvPr/>
        </p:nvCxnSpPr>
        <p:spPr>
          <a:xfrm flipV="1">
            <a:off x="6689804" y="3835563"/>
            <a:ext cx="1436104" cy="1423564"/>
          </a:xfrm>
          <a:prstGeom prst="bentConnector3">
            <a:avLst>
              <a:gd name="adj1" fmla="val 76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52303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21E883EB-0FDA-42A8-BE1C-03A50477233E}"/>
              </a:ext>
            </a:extLst>
          </p:cNvPr>
          <p:cNvSpPr txBox="1"/>
          <p:nvPr/>
        </p:nvSpPr>
        <p:spPr>
          <a:xfrm>
            <a:off x="4968729" y="385894"/>
            <a:ext cx="2254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/>
              <a:t>Conclusion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428F6F2-5945-10A3-B59B-28E349001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0019"/>
            <a:ext cx="12192000" cy="281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03199"/>
      </p:ext>
    </p:extLst>
  </p:cSld>
  <p:clrMapOvr>
    <a:masterClrMapping/>
  </p:clrMapOvr>
</p:sld>
</file>

<file path=ppt/theme/theme1.xml><?xml version="1.0" encoding="utf-8"?>
<a:theme xmlns:a="http://schemas.openxmlformats.org/drawingml/2006/main" name="Economy Thesis by Slidesgo">
  <a:themeElements>
    <a:clrScheme name="Simple Light">
      <a:dk1>
        <a:srgbClr val="EFEFEF"/>
      </a:dk1>
      <a:lt1>
        <a:srgbClr val="FFF2CC"/>
      </a:lt1>
      <a:dk2>
        <a:srgbClr val="FFE599"/>
      </a:dk2>
      <a:lt2>
        <a:srgbClr val="FFD966"/>
      </a:lt2>
      <a:accent1>
        <a:srgbClr val="F1C232"/>
      </a:accent1>
      <a:accent2>
        <a:srgbClr val="BF9000"/>
      </a:accent2>
      <a:accent3>
        <a:srgbClr val="434343"/>
      </a:accent3>
      <a:accent4>
        <a:srgbClr val="666666"/>
      </a:accent4>
      <a:accent5>
        <a:srgbClr val="999999"/>
      </a:accent5>
      <a:accent6>
        <a:srgbClr val="CCCCCC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Economics Thesis by Slidesgo</Template>
  <TotalTime>44</TotalTime>
  <Words>122</Words>
  <Application>Microsoft Office PowerPoint</Application>
  <PresentationFormat>Grand écran</PresentationFormat>
  <Paragraphs>44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7</vt:i4>
      </vt:variant>
    </vt:vector>
  </HeadingPairs>
  <TitlesOfParts>
    <vt:vector size="24" baseType="lpstr">
      <vt:lpstr>Abel</vt:lpstr>
      <vt:lpstr>Anaheim</vt:lpstr>
      <vt:lpstr>Anton</vt:lpstr>
      <vt:lpstr>Arial</vt:lpstr>
      <vt:lpstr>Calibri</vt:lpstr>
      <vt:lpstr>Dubai Medium</vt:lpstr>
      <vt:lpstr>Josefin Sans</vt:lpstr>
      <vt:lpstr>Josefin Slab</vt:lpstr>
      <vt:lpstr>Josefin Slab SemiBold</vt:lpstr>
      <vt:lpstr>Proxima Nova</vt:lpstr>
      <vt:lpstr>Proxima Nova Semibold</vt:lpstr>
      <vt:lpstr>Staatliches</vt:lpstr>
      <vt:lpstr>Times New Roman</vt:lpstr>
      <vt:lpstr>Unica One</vt:lpstr>
      <vt:lpstr>Economy Thesis by Slidesgo</vt:lpstr>
      <vt:lpstr>SlidesGo Final Pages</vt:lpstr>
      <vt:lpstr>1_Slidesgo Final Pages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Flavien Roussel</dc:creator>
  <cp:lastModifiedBy>ROUSSEL FLAVIEN</cp:lastModifiedBy>
  <cp:revision>13</cp:revision>
  <dcterms:created xsi:type="dcterms:W3CDTF">2022-06-01T13:05:25Z</dcterms:created>
  <dcterms:modified xsi:type="dcterms:W3CDTF">2022-06-07T07:32:36Z</dcterms:modified>
</cp:coreProperties>
</file>